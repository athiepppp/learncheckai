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0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000000"/>
      <inkml:brushProperty name="ignorePressure" value="0"/>
    </inkml:brush>
  </inkml:definitions>
  <inkml:trace contextRef="#ctx0" brushRef="#br0">1208 676,'0'-3,"-2"-1,2 1,0 0,0-1,0 0,0 1,0 0,0 0,0 0,0-1,3-3,-2 4,-1 0,3-1,-2 1,-1 0,1 0,-1 0,2-1,-2 1,0 0,0 0,-1 0,-2 0,0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1213 664,'0'-3,"0"0,0 0,-2-1,1 0,-2 0,3-1,-1 2,0 0,1-2,0 2,0-2,0 2,0-1,0-2,0 3,0 0,0-2,0 2,0 0,1-1,0 0,0 0,-1 0,1 1,-1 0,0-1,0 1,0 0,0 0,0 0,0-1,0 0,0 1,0-1,0 1,0 0,0 0,0-2,0 0,0 2,0 0,0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1208 504,'0'-6,"0"1,0 1,0 1,0-1,0 1,0 0,0 0,0 0,0 0,0-1,0 1,0 0,0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1209 641,'0'3,"0"0,0 1,0-1,0 0,0 0,0 0,1 1,-1-1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1209 452,'-3'1,"-1"-1,1 0,0 0,0 0,0 0,-1 0,1 0,0 0,0 0,0 0,-1 0,1 0,0 0,-1 0,0 0,0 0,1 0,-2 0,2 0,0 0,-2 0,2 0,0 0,0 0,-1 0,1 0,0 0,0 0,0 0,0 0,0 0,0 0,-2 0,2 0,-1 0,0 0,1 0,0 0,0 0,-1 0,0 0,1 0,0 0,0 0,0 0,0 0,-6 0,5 0,0 0,-1 0,2 0,0 0,-5 0,5 0,0 0,0 0,-1 0,1 0,-4 0,3 0,-1 0,0 0,2 0,0 0,0 0,0 0,0 0,-1 0,1 0,0 0,0 0,0 0,0 0,0 0,0 0,-3 0,3 0,-1 0,1 0,0 0,-2 0,2 0,-1 0,1 0,-3 0,2 0,-2 0,3 0,-1 0,0 0,1 0,-7 0,7 0,0 0,-4 0,3 0,1 0,-2 0,2 0,-2 0,1 0,-1 0,2 0,0 0,0 0,0 0,-3 0,1 0,-7 0,9 0,-1 0,1 0,0 0,0 0,-5 0,1 0,4 0,0 0,-2 0,2 0,-3 0,3 0,-1 0,1 0,0 0,0 0,-2 0,-1 0,3 0,0 0,0 0,0 0,-1 0,0 0,-1 0,2 0,-1 0,-1 0,2 0,-1 0,1 0,-1 0,1 0,-5 0,5 0,-2 0,2 0,-3 0,3 0,-1 0,-5 0,6 0,-3 0,1 0,-4 0,6 0,-1 0,1 0,-1 0,1 0,-3 0,3 0,-1 0,-3-2,3 2,1-1,0 1,0 0,-8-2,8 2,0-1,-1 1,1 0,-1 0,1 0,-1 0,1 0,-1 0,1 0,0 0,0 0,0 0,0 0,-1 0,0 0,1 0,-1 0,0 0,0 1,0-1,0 0,1 2,0-2,-1 0,1 1,0-1,-1 0,0 0,1 0,0 0,-4 2,4-2,-3 1,3-1,0 0,0 0,-2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391 447,'0'3,"-1"1,0 0,1 1,0-2,0 1,0 2,-1-2,-1 0,1-1,1 0,-2 0,2 2,0-2,0 1,0-1,0 0,0 0,0 1,0-1,0 2,2-2,-1 0,-1 1,0 0,0 0,0 0,0-1,0 0,0 2,0-2,0 0,0 0,-1 0,1 2,0-2,-1 0,1 2,-1 0,1-2,-2 0,2 1,-1-1,0 0,0 2,1-2,0 0,0 1,0-1,1 4,1-4,2-1,-1-1,0-1,0 0,0 0,1 0,-1 0,3 3,0-3,-1 0,1 0,-3 0,1 0,1 0,-2 0,1 0,-1 0,0 0,0 0,0 0,0 0,1-1,2 0,-3 1,0-1,0 1,3-3,0 3,-3 0,4 0,-3 0,-1 0,2 0,-1 0,-1 0,0 0,1 0,0 0,0 0,1 0,-2 0,0 0,0 0,0 0,0 0,1 0,-1 0,1 0,0-1,3 1,-4 0,0-2,0 2,0 0,0 0,1 0,-1 0,0 0,0 0,0 0,0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000000"/>
      <inkml:brushProperty name="ignorePressure" value="0"/>
    </inkml:brush>
  </inkml:definitions>
  <inkml:trace contextRef="#ctx0" brushRef="#br0">1212 1002,'0'4,"1"-1,-1 0,0 0,1 1,-1-1,0 0,0 0,1 0,0 0,-1 1,0-1,0 0,0 0,0 0,0 1,0-1,0 1,0 1,0 0,0-2,0 0,0 1,1 1,-1 0,0-2,0 1,0 0,0 0,0-1,0 0,0 1,0 0,2-1,-2 0,0 1,0 2,0-3,0 0,0 0,0 0,0 1,0-1,0 0,0 0,1 0,-1 1,1 0,0 0,-1-1,0 0,0 0,0 0,0 2,0-1,-4 1,2-2,-2 0,1-3,-2 3,2-3,-1 0,0 0,1 1,0 0,-2-1,1 0,1 0,0 0,-2 0,2 0,0 0,0 0,0 0,0 0,-2 0,1 0,1 0,-3 0,1 0,2 0,-2 0,1 0,-1 0,1 0,1 0,-2 0,-2 0,2 0,1 0,1 0,-1 0,0 0,-11 0,11 0,1 0,0 0,-1 0,1 0,-2 0,0 0,2 0,-1 0,-2 0,3 0,0 0,-5 0,3 1,1-1,0 0,0 2,-1-2,2 0,0 0,-1 0,1 0,-2 1,2-1,0 0,-1 0,-4 0,5 0,-3 2,2-2,1 0,0 0,0 0,-1 3,1-3,-6 0,6 1,-1-1,1 0,0 0,0 0,0 0,0 0,-2 0,0 0,2 0,0 0,0 0,-1 0,-1 0,2 0,0 0,0 0,-3 0,3 0,0 0,0 0,-1 0,0 0,1 0,0 0,-3 0,3 0,-1 0,-2 0,1 0,2 0,-3-1,2 1,1 0,-2-3,1 3,-1-1,2 1,0-1,0 1,-1 0,0 0,-1 0,2 0,0-1,-2 1,2 0,-7 0,-2 0,0 0,4 0,5 0,0 0,-4 0,3 0,0 0,1 0,0 0,0 0,-1 0,1 0,-3 0,3 0,0 0,0 0,-2 1,0-1,-3 2,3-2,2 0,-3 1,3-1,0 0,0 0,0 0,0 0,-2 0,2 0,-1 0,-2 0,2 0,1 0,0 0,-1 0,1 0,0 0,0 0,-1 0,-1 0,-2 0,4 0,0 0,-3 0,2 0,-9 0,10 0,-3 0,3 0,-1 0,1 0,-1 0,-7 0,7 0,-3 0,4 0,0 0,-2 0,-1 0,3 0,0 0,0 0,-1 0,-1 0,1 0,0 0,1 0,0 0,0 0,-1-1,1 0,1-4,2 2,0-1,0-1,0 2,0 0,0 0,0 0,0 0,0-1,0 1,0 0,0 0,0-2,0 2,0-2,0 1,0-1,0 2,0 0,2-2,-1 0,1 1,-2 0,0 0,1 0,-1 1,0 0,0-2,0 2,0 0,0-1,0 1,0 0,0 0,0 0,0 0,0-1,0 1,0-2,0 2,0 0,0 0,2 0,-1 0,0 0,0-1,-1 1,3 1,4 0,-4 2,0-2,1 2,1 0,-2 0,1 0,2 0,-3 0,0 0,0 0,0 0,1 0,-1 0,0-1,0 1,0 0,0 0,1 0,-1 0,0 0,2 0,-2 0,0 0,2 0,-1 0,4 0,-4 1,-1-1,0 0,2 2,-2-2,1 0,3 0,-3 0,-1 0,2 2,-2-1,1 0,-1-1,2 0,0 0,-1 0,1 0,0 0,0 0,-2 0,0 0,0 0,1 0,0 0,-1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524 252,'5'0,"-2"-3,3-1,5-4,-2 2,0-2,-2 3,-3 1,-1 1,4-5,-3 6,-2-1,0 0,3-2,-2 0,-1 2,2 0,-1 2,1-1,-1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548 80,'-1'3,"1"0,0 0,0 0,0 0,-1 2,-1 3,1-5,-3 2,2-2,-3-3,0 0,2 0,-3 0,2 0,1 0,0-2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574 64,'1'7,"-1"-4,0 3,0-2,0 0,0 2,0-1,0-2,0 0,0 1,0-1,0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578 92,'3'-3,"2"0,-2 2,0-1,0 1,1-1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580 87,'-1'3,"3"2,0-2,2 1,-2-1,0 1,1 0,2 4,-3-4,-1-1,2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346 1092,'-1'4,"1"9,0-9,0-1,0 0,0 0,-1 1,0-1,-2-2,0-1,-1 0,1 0,-1 0,-4 0,4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442 1130,'1'-3,"8"0,1-5,4 0,3-5,-13 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434 595,'6'1,"-3"-2,2-3,0 0,7-3,-9 6,0 0,0 0,0-1,0-1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234 551,'0'4,"0"0,0 2,0 0,0 2,0-3,0 1,0 0,0-3,0 2,0 1,0-2,0-1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234 595,'3'-2,"3"-1,3-1,-4 4,-2-2,0 1,2 1,-2-2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243 591,'5'3,"-1"0,0 2,-1-2,1 3,-3-2,1-1,1 0,-2 0,1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272 818,'0'4,"0"-1,0 3,0-2,0 13,0-9,0 1,-2-5,2 0,-2-1,2 3,0-3,-1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1357 636,'-3'2,"0"4,-1-1,1-2,-1 4,3-4,-3 2,3-1,1-1,0 0,0 4,2-2,1-3,0-1,2 1,-1-1,-1-1,0 0,1 0,-3-3,3-1,-2-1,1 2,0-4,-2 3,1 0,-1 0,-1 1,0-2,0 2,-4-4,1 4,0-1,-1 2,0 2,0 0,1-2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1348 963,'2'4,"-2"1,0-2,0 6,0-6,0 1,0 1,0 0,0 0,0 0,0-2,0 0,0 1,0-1,0 0,0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188 1062,'-1'5,"1"-1,0 4,0 0,0 0,0 10,0-14,0 4,0-5,0 1,0-1,0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158 549,'0'4,"0"2,0 0,0 6,0-4,0-2,0 1,-2 1,2 0,-1-3,-1 0,2-2,-2 1,2-1,0 0,-1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644 568,'0'3,"0"0,0 0,0 3,0-3,0 4,0-3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465 538,'-1'-3,"1"0,0-3,0 2,-3-1,1 1,-2 0,1 1,-1 0,1 0,-4-1,3 3,-1-2,1 2,-2 1,1 0,-1-2,-2 0,-4 2,1-1,3 0,-3 1,8 0,0 0,0 0,-1 0,1 0,-2 0,-9 0,8 0,0 0,2 0,1 0,-1 0,0 0,1 0,-5 2,5-1,-1 1,-1 1,0 0,3 0,1 0,1 0,-2 1,2-1,0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250 501,'0'3,"0"1,0-1,3 0,-2 1,2-1,0-3,3 0,-3 0,0 0,1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638 623,'-3'3,"3"0,0 0,0 0,0 0,1 0,2-2,0-1,1 1,-1 0,0-1,0 0,0 0,0 0,1 0,-1 0,0-3,-2 0,-1 0,0-1,0 1,-3 0,1 0,-1 2,-2-1,0 0,2 0,0 2,-1 0,1 0,0 2,1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639 660,'0'4,"0"1,0-1,0 0,2 0,-2 1,0-1,1 1,1-2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818 574,'-2'3,"0"0,0 0,1 0,-2 2,3-2,0 0,3-2,1 0,-1 0,0-1,0 0,0 0,1 0,-1 0,0 0,1-2,0-2,-1 1,-1 0,-1 0,0-1,-1 0,-1 1,-2 1,0 1,0 0,0 1,0-2,0 2,0-1,0 1,0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643 996,'0'4,"0"1,0-2,0 6,0-6,0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623 1039,'0'3,"0"0,0 0,0 1,0-1,0 0,0 1,-2-1,2 1,0-1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635 1087,'0'4,"0"-1,0 2,0-2,0 0,0 0,0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959 1022,'1'9,"-1"-6,0 2,0-2,0 1,0 2,0-3,0 0,1 1,-1-1,0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971 945,'-3'0,"0"0,0 0,0 0,0 1,2 2,-1 2,0 0,0-2,-1 3,2-3,0 1,1-1,1 0,2-2,0-1,1 1,0 0,-1-1,0 0,0 0,0-1,0-1,0-1,0 3,-2-3,0 0,-1 0,2 0,-3-1,-5-2,2 1,0 5,0-1,8-2,1 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1332 999,'3'0,"0"0,0 0,0-3,0-3,1 0,0 1,-1 2,-1 0,1 0,-2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1394 979,'-3'0,"0"0,0 3,3 2,0-1,0-1,0 0,3-1,0 0,0-1,0 0,2-1,-2 0,0-1,-3-2,0 0,0 0,1 0,-1 0,0 0,0-1,0 0,-2 1,-1 2,0 1,0 0,0 0,-1 0,1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1235 967,'0'-3,"0"-1,0 1,-1-2,-1 1,2 1,0 0,0 0,-3 1,0 0,0 2,0-2,-2 0,1 1,1-1,-1 1,-5-5,5 5,0-1,-1 1,-1-1,-2-3,3 3,1 2,-1-3,1 3,1-2,0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1146 910,'-5'0,"2"-1,3-2,0 0,0 0,5 1,-1 0,-1 1,0 1,0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967 685,'-3'4,"0"-2,0 0,1 5,2-3,0-1,0 0,1 0,2-2,0 1,0-2,2 0,-2 0,0 0,3-3,-3 1,-1-1,1 1,-1-3,-2 2,0-2,0 2,-1 0,-3 0,1 2,0-1,0 2,0 0,-1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1322 711,'7'-8,"-1"3,0-2,1 0,-5 4,0 0,1-1,-1 0,1 0,0 1,-2 0,1 0,-1 0,3 0,-1-1,0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1407 636,'0'4,"-2"0,1 3,1-3,0-1,0 0,0 0,0 2,0-1,0-1,0 0,0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1264 528,'0'-3,"0"-3,2-3,0 4,-2 2,1-2,-1-1,2 1,-2-3,0 4,4-5,-4 4,0 2,0 0,0 0,0 0,0-1,0-2,0 1,0 1,0 1,0 0,0 0,0-4,3 3,-3-3,1 4,-1 0,0 0,0-1,0-1,0-5,0 7,0-1,-6 3,1 1,2 0,-1 0,-9 0,10 0,0 0,0 0,-2 0,1 0,-7 0,8 0,0 0,0 0,0 0,-2 0,1 0,-5 0,4 0,-1 0,-4 0,0 0,-6 0,10 0,-3 0,1 0,2 0,-2 0,0 0,2 0,-2 0,-1 0,5 0,-3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1071 354,'-5'6,"2"-3,0 1,-3 2,1-3,2 0,1 0,5-3,0 1,2 1,-2 0,0-2,0 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1295 1079,'0'5,"0"-2,0 3,0-1,0 1,0 0,-3-1,2-2,1 1,0 3,-3 0,3-4,0 1,0 2,0-3,-1 10,1-9,0 1,0-1,0-1,0 3,0-3,0 1,0-1,0 7,2-3,-2-2,2-2,-2 0,0 0,0 2,0-2,-3 1,-6-1,0-3,0 0,1 0,-2 0,0 0,2 1,1 2,-1-3,1 1,3-1,0 0,1 2,-8-2,5 0,-10 0,11 0,-9 0,4 0,3 0,3 0,1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1115 1240,'-2'5,"2"-2,-2 0,2 0,-3 0,3 0,4-2,5 2,-5-3,-1 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626 646,'4'0,"-1"-2,1-2,-1 4,0-3,1 1,-1-1,1 0,0 1,0-1,-1 0,0 2,1-2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696 614,'-2'3,"2"0,0 1,0-1,0 0,0 0,0 2,0-2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791 607,'3'1,"0"-1,0-1,1-3,-1 2,0 0,-1-1,5 0,-5 0,2 2,0-4,3 2,-2 0,-1 1,1-1,-1 1,0-1,3-1,-2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885 563,'0'4,"0"0,1 0,-1-1,0 0,2 1,-2 1,0-2,1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1377 680,'6'1,"-3"-4,2-1,0 0,-1 2,-1-1,8-6,-8 7,1-2,-1 3,-1-2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1448 650,'-4'2,"3"1,1 0,-2 0,2 0,0 0,0 1,0-1,4-2,-1-1,0 0,0 0,0-1,-1-3,0 1,-1-1,1 1,-2 0,0 0,0 0,0 0,-3 3,0 0,-1 0,0 0,1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600 1071,'5'1,"-1"-4,0 2,0-1,-1 1,2 1,-1-3,4 0,-5 2,0 0,1 0,-1-1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672 1041,'-5'3,"1"0,1-1,3 1,-2 0,2 0,0 0,3-1,0-1,0-1,0 0,0 0,0 0,0 0,2 0,-2-2,-3-1,2 0,-2-1,0 1,-1 0,-2 2,-2-1,2 2,0 0,0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944 1050,'4'1,"-1"-1,0-1,0-1,0 1,0-2,2 1,-2 0,0 0,0 0,1 2,-1-3,0 3,1-3,-1 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1003 1046,'0'3,"-3"-3,-2 0,-1 3,3 1,3 0,0 0,0-1,0 0,4-2,1 0,1 2,-3-3,0 0,0 0,2 0,-2 0,1-2,-1 0,0-1,-1 0,-1 0,0-2,-1 2,-2 0,-1 1,0 2,0 0,0-1,-2-1,2 1,0 1,0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1390 1010,'0'-4,"2"1,1-5,-2 4,3 0,-2 0,1-1,-1 2,1-2,0 2,-2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1429 959,'1'4,"-1"-1,0 8,0-8,0 1,0 1,0-2,0 0,0 0,0 0,0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1422 986,'4'-4,"7"-7,-4 4,-1 2,-2-2,0 1,-3 9,-4-1,1 1,-2 2,-1 2,0-4,0 1,2-2,0 1,3-6,2-2,-6 4,-2 1,-5 6,-4 2,-2-1,3 1,3-2,6-3,2-2,2-4,6-2,-3 0,1 2,0 0,0 3,0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1380 1033,'2'7,"-2"-1,0-3,2 6,-1-4,-1-2,0 0,0 1,0-1,0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59 835,'-5'1,"1"3,0-1,1 0,1 0,-2 0,2 0,-1 3,0-1,2-1,1-1,-2 0,1 1,-3 1,4-1,-2-1,2 0,0 2,0 2,0-4,0 0,2 0,1 2,0-3,1 1,4 0,-5-3,0 1,2 1,-2-2,0 1,2 1,-1-2,-1 0,3 0,-3 0,1 0,7-2,-7 0,0-2,0 2,0-2,-1 0,0-1,1-1,0-1,-4 4,1-5,1 3,-1 1,-1-1,3 3,-3-1,0-1,0 0,0-1,0-4,0 6,0 0,-3-3,1 2,0 1,0 0,-2-2,0 3,-1-4,1 4,1 1,-2-1,2 1,0-1,0 1,-1 1,1-1,0 1,0 0,0 2,-1 0,-5 3,5-2,0-1,1 0,-1 2,-1 0,0 0,-3 3,3-1,0-3,3 0,-4 4,3-2,1 0,1 0,1-1,0-1,0 0,0 1,0-1,0 3,0-3,0 0,0 0,2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570 1105,'-2'3,"0"0,0 0,-2 2,0-2,2 0,-2 1,-2 2,4-2,2-1,-1 10,1-10,0 0,0 1,0 3,0-2,0-2,4-2,0 1,1-1,-2-1,2 0,0-1,-2-3,3-3,-2 2,-1 0,2 0,4-5,-5 6,-2-1,-2 0,0 1,4-10,-4 11,0-2,0 2,0-1,0 1,-4-1,1 3,-2-1,2 2,-1-1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563 613,'-2'3,"-1"2,-2 1,0 1,1 0,-3 7,5-9,-2 0,1 0,1 3,0-3,-2 5,4-7,-2 0,1 2,1 0,0 4,0-6,1 1,3-2,2 1,-3-2,2-1,0 0,3 0,-5 0,11-11,-10 9,1-2,-2 2,-2-1,0 0,0 0,2-1,-2 1,2-3,-1 3,0-2,0 1,0 0,-1 0,0 0,0-2,0 2,-1 1,4-4,-4 4,2-1,-2 1,1 0,-1-1,2-6,-2 7,0 0,0-1,-5 3,-2-2,3 3,1-2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1451 676,'-1'-5,"1"1,0 0,0-2,0-2,0 1,1 0,2 0,-3 3,0 1,0-1,1-2,-1 0,0-2,0 2,3-15,-3 12,0 5,0-1,0-1,0 2,0-2,0 3,0-2,0-2,0 0,0-1,0 4,0 1,0-3,0-3,0 4,0 2,-2 0,-1 3,-1 0,-5 0,-3 0,0 0,-1 0,1 0,4 0,4 0,-1 0,2 0,-1 0,-1 0,1 0,1 0,-3 0,2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1352 454,'1'4,"-3"-1,0 0,-4 8,3-7,2 0,5-1,-1-3,0 2,0-2,0 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1432 1193,'0'4,"0"1,0 4,0-1,0 2,0 0,-3 1,1-1,2 0,-4 14,4-16,0-2,0 2,-3-1,3-3,0 1,0 2,0-3,0 0,0 2,0 2,0-4,0-1,0 0,-1 0,-3-3,-2 0,1 0,-18 0,11 0,-4 0,0 0,0 0,-20 0,24 0,2 0,4 0,-6 0,2 0,4 0,3 0,0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1229 1350,'0'3,"-2"1,-2-1,-1 3,0-2,5-1,4-1,0 1,-1-1,1-1,-1-1,3 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399 817,'-5'-1,"-5"6,3-1,2-1,-13 4,11-4,1-3,3 2,0-1,-1 0,1 2,1 1,2-1,-1 2,1-2,-2 0,0 1,0 1,0 0,0-2,2 0,-2 1,1 2,-6 4,6-7,1 2,-2 3,2-3,-1-1,1 3,0-2,0-2,0 0,0 7,0-7,0 1,1 1,1 0,0-2,-1 0,2 5,1-4,7 1,-8-3,1 1,0-2,-1 2,1-1,1-1,2 1,0-1,-3-1,1 0,-2 0,0 0,1 0,0 0,0 0,-1 0,3-3,-2 2,0-1,6-3,-7 4,0-1,2-1,2 1,-3 0,-1 0,2 1,2-2,-4 0,0 2,1-3,3 1,-4 0,0-1,-2 1,2 0,-1 0,1 0,-1-2,0 2,1 0,0 0,-2 0,-1 0,2-2,-1-7,1 9,-2-1,0-3,1 4,-1-1,0 1,0 0,0-2,-1 0,-1 2,-1-1,0 1,0 0,-3-3,2 3,1 1,-2-1,-3 0,4-1,-1 2,2 1,0 1,0-2,0 1,0 1,-1-1,-4-3,5 3,0 0,-4-2,4 3,0-1,0 1,-1-2,1 1,-1-1,1 2,-7-5,5 3,2-1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1499 649,'0'4,"-3"-2,-1 2,3 1,-1 2,2-3,0-1,0 0,3-2,3 1,-3-1,0-1,2 0,-2 0,1-1,0-3,-1 1,1-1,-2-1,0 1,-2 0,0 1,-1 0,-2 2,0 0,-1 0,0-1,1 2,0 0,0 0,-1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434 652,'0'3,"0"1,0 2,0-2,0 2,0-2,0 0,0-1,0 0,0 4,0-4,0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452 1134,'0'4,"0"2,0 0,0-1,3 11,-2-9,-1 6,0-8,0-2,0 3,0-2,0-1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623 841,'-1'6,"1"-2,-2 1,2 0,-1 1,1-1,-3 9,3-11,-1 3,-1 4,2-7,0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1529 644,'-3'0,"0"3,-1 1,2 0,-3 1,4-2,-1 1,-2 0,1 0,0-2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1571 648,'0'5,"0"0,0-1,0-1,0 2,-1 8,-2-8,3-1,0-1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1595 659,'-3'0,"0"4,0-2,-1 3,-1 1,2-3,-11 8,11-9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1617 671,'-3'1,"1"3,1 6,1-1,0-6,1 3,5-4,-2 1,-1-3,0 0,0 2,0-2,0 0,1 0,-4-4,0 1,-3 1,-1 1,1 0,-5-2,4 1,0 1,1-1,0 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1626 674,'0'3,"0"0,-2 2,0 2,0 1,-2 1,2-6,-3 14,5-14,-1 0,-3 2,1 0,-2-1,2-1,-2-2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1533 767,'3'1,"-2"2,-1 5,0-2,0 2,2 0,-2-3,2 0,-2-1,0-1,1 1,-1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716 838,'0'6,"0"-3,0 1,0 1,0-1,0 4,0-5,0 3,0 2,0-5,0 0,0 0,0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711 846,'5'-2,"-1"2,2 0,-2 0,-1 0,0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725 865,'3'0,"0"0,0 0,2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4-24T10:06: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723 888,'5'0,"1"0,-3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3-05-25T05:48: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3143 5020 0,'8'9'0,"-8"-9"16,0 0-1,0 0 1,-17 0 0,1 0-1,-25 18 1,-34 52-1,-8 65 1,9-5 15,16 52-31,25-10 16,41-9 0,42-47-1,49-55 1,50-80-1,16-88 17,-16-9-17,-107 41 1,-9 5 0,-17-9-1,-16-4 1,-16-20-1,-17 15 1,0 23 0,-17 4-1,9 24 1,-1 18 0,17 15-1,25 4 1</inkml:trace>
  <inkml:trace contextRef="#ctx0" brushRef="#br0">4011 5736 0,'0'-9'0,"0"9"16,-8 14-1,-42 60 1,-24 19-1,-34 61 1,-8 32 0,25-19-1,17-9 1,74-158 0</inkml:trace>
  <inkml:trace contextRef="#ctx0" brushRef="#br0">4838 5164 0,'-8'42'0,"8"-38"16,-8 33-1,-9 33 1,9 23 0,-1 47-1,-15 23 1,15-47 0,1 117-1,25-33 1,-17-200 15</inkml:trace>
  <inkml:trace contextRef="#ctx0" brushRef="#br0">5458 6597 0,'-8'4'0,"8"-4"16,-8 0 0,-9 14-1,-32 89 1,49-103-1</inkml:trace>
  <inkml:trace contextRef="#ctx0" brushRef="#br0">6261 5536 0,'16'0'0,"-8"-5"15,17-18 1,33-28 0,0 28-1,0 27 1,8 15-1,-33 9 1,17 60 0,-59 61-1,-24 0 1,-33 32 0,25-125-1,16-14 1,17-19-1,0-13 17,16-1-17,0 0 1,17 0 0,0-4-1,24 14 1,-49-19-1</inkml:trace>
  <inkml:trace contextRef="#ctx0" brushRef="#br0">7501 6345 0,'-8'-14'0,"8"24"16,-8 46-1,-9 9 1,17-65 0</inkml:trace>
  <inkml:trace contextRef="#ctx0" brushRef="#br0">8196 5494 0,'16'-46'0,"-7"-10"15,40-37 1,17 18 0,25-13-1,-8 55 1,-17 33 0,-41 117-1,-66 27 1,-50 60-1,33-115 17,25-38-17,16-14 1,25-14 0,34 1-1,41 13 1,16 9-1,-25-4 1,-24-4 0,-34-6-1,-16-13 1,0 9 0,-16 9-1,-9 5 1,0-5-1,9 5 17,16-42-17</inkml:trace>
  <inkml:trace contextRef="#ctx0" brushRef="#br0">9287 6280 0,'17'-4'0,"-17"22"16,-33 52 0,33-70-1</inkml:trace>
  <inkml:trace contextRef="#ctx0" brushRef="#br0">10164 5066 0,'0'0'0,"0"9"16,-33 56 0,8 42-1,17 0 1,16-4-1,34-19 17,7-80-17,9-4 1,17-4 0,-9-15-1,16-37 1,-32 19-1,-25 18 1,-9 10 0,-7 0-1,-1 18 1,-8 19 0,-17 111-1,9 20 1,8 64-1,33 28 17,-33-251-17</inkml:trace>
  <inkml:trace contextRef="#ctx0" brushRef="#br0">11487 6615 0,'9'51'0,"-18"38"15,-7 32 17,16-121-17</inkml:trace>
  <inkml:trace contextRef="#ctx0" brushRef="#br0">12438 5527 0,'0'-14'0,"0"14"15,-16 4 17,-9 10-17,9 28 1,7 23 0,26 28-1,16 0 1,0-23-1,0 14 1,-25 14 0,-32 9-1,-18-24 1,-7-50 0,-26-19-1,75-14 1</inkml:trace>
  <inkml:trace contextRef="#ctx0" brushRef="#br0">12339 5550 0,'42'-9'0,"-18"9"16,92-19-1,8 10 1,83-1 0,-207 10-1</inkml:trace>
  <inkml:trace contextRef="#ctx0" brushRef="#br0">14018 6657 0,'66'-5'0,"-66"5"15</inkml:trace>
  <inkml:trace contextRef="#ctx0" brushRef="#br0">14688 6597 0,'58'4'0,"-58"-4"15</inkml:trace>
  <inkml:trace contextRef="#ctx0" brushRef="#br0">15631 6615 0,'99'23'0,"-99"-23"16</inkml:trace>
  <inkml:trace contextRef="#ctx0" brushRef="#br0">16301 6601 0,'8'0'0,"0"0"15,-8 0 1</inkml:trace>
  <inkml:trace contextRef="#ctx0" brushRef="#br0">3068 8090 0,'0'-9'0,"0"9"15,0 0 1,-8 4 0,-25 10-1,-8 14 1,-9 28 0,-8 56-1,17 13 1,32-50 15,18-1-15,24-23-1,33-4 1,-8-24 0,-17-18-1,1 4 1,-26-9-1,17-28 1,-16-32 0,-9-24-1,-16 14 1,-9 14 0,-24-9-1,-1 19 1,9 22 15,-8 6-15,8 18-1,33 0 1</inkml:trace>
  <inkml:trace contextRef="#ctx0" brushRef="#br0">3978 8616 0,'-41'46'0,"8"1"15,-25 83 1,58-130 0</inkml:trace>
  <inkml:trace contextRef="#ctx0" brushRef="#br0">4681 8220 0,'25'-14'0,"-17"14"15,17-4 1,8 4-1,25-5 1,0 5 0,8 5-1,0 13 1,-25 38 0,-16 18-1,-33 5 1,-9 5 15,-16 0-15,0 9-1,8-33 1,9-27 0,8-5-1,8-14 1,16-5-1,42-13 1,25-10 0,33 0-1,-116 14 1</inkml:trace>
  <inkml:trace contextRef="#ctx0" brushRef="#br0">6137 8946 0,'8'0'0,"-8"0"16,-33 42 0,-58 55-1,-9 48 1,100-145 0</inkml:trace>
  <inkml:trace contextRef="#ctx0" brushRef="#br0">7633 8360 0,'-24'107'0,"7"-56"31,17-5-15,8-8 0,17-1-1,25-19 1,32-8 0,18-34-1,-26-3 1,-32 3-1,-9 1 1,-9 14 0,-15 4-1,-9 24 1,-9 18 0,-7 56-1,-1 37 1,26-23 15,-9-107-15</inkml:trace>
  <inkml:trace contextRef="#ctx0" brushRef="#br0">8626 9281 0,'-8'0'0,"8"0"16,-33 37-1,-17 56 1,50-93 15</inkml:trace>
  <inkml:trace contextRef="#ctx0" brushRef="#br0">9825 8462 0,'-41'56'0,"-25"0"15,-9 18 1,42-37 15,16 10-15,42-1-1,58 29 1,25 4 0,16 28-1,-33-19 1,-58 47-1,-133 51 1,-40-28 0,-9-27-1,149-131 1</inkml:trace>
  <inkml:trace contextRef="#ctx0" brushRef="#br0">10263 8206 0,'-8'0'0,"8"0"16,0 0 0,-8 0-1,-9 0 1,-32 9 0,-51 89-1,-24 51 1,17 42-1,8 23 1,41-19 0,33-27-1,66-43 1,34-64 0,32-52-1,-8-37 1,-65-28 15,-18-4-15,-16 13-1,-16 1 1,-9 18 0,-58 5-1,-16 37 1,16 18-1,83-32 1</inkml:trace>
  <inkml:trace contextRef="#ctx0" brushRef="#br0">10892 9672 0,'0'37'0,"-33"0"16,-9 42 0,42-79-1</inkml:trace>
  <inkml:trace contextRef="#ctx0" brushRef="#br0">12207 9151 0,'-41'41'0,"7"-22"16,-15 83-1,24 1 1,17 32 15,82-28-15,9-10-1,24-50 1,-65-61 0,-9-33-1,-8-60 1,-42-23-1,-57-93 1,-9-5 0,33 135-1,26 14 1,24 28 0,24-15-1,34 11 1,0 17 15,-25 34-15,0 8-1,-8 6 1,-17 8 0,17 57-1,-17 41 1,-8-116-1</inkml:trace>
  <inkml:trace contextRef="#ctx0" brushRef="#br0">13175 9774 0,'-9'5'0,"9"-5"15,0 0 16</inkml:trace>
  <inkml:trace contextRef="#ctx0" brushRef="#br0">13811 9830 0,'66'9'0,"-66"-9"16</inkml:trace>
  <inkml:trace contextRef="#ctx0" brushRef="#br0">14663 9890 0,'75'14'0,"-75"-14"16</inkml:trace>
  <inkml:trace contextRef="#ctx0" brushRef="#br0">15391 9811 0,'83'-14'0,"-83"14"15</inkml:trace>
  <inkml:trace contextRef="#ctx0" brushRef="#br0">2638 11681 0,'-16'-32'0,"16"32"16,0-5-1,0 5 1,0 0 0,0 0-1,8-5 1,25-4 0,33 9-1,0 9 1,-8 29-1,-25-1 1,-24 0 0,-9-14-1,0 1 1,-9 3 15,1-3-15,-8-10-1,16 0 1,0 4 0,16 19-1,25 19 1,1-5 0,-9 1-1,0 3 1,-8 1-1,-17-19 1,-25 19 0,-7 23-1,-43 66 1,1-34 15,-8 15-15,74-126-1</inkml:trace>
  <inkml:trace contextRef="#ctx0" brushRef="#br0">3449 12528 0,'0'-9'0,"0"9"16,0 4 0,-25 43 15,-33 46-16,0 4 1,58-97 0</inkml:trace>
  <inkml:trace contextRef="#ctx0" brushRef="#br0">4425 11909 0,'-25'28'0,"0"0"16,-16 51 0,16 5-1,17 23 1,65-23 0,101-33-1,48-56 1,34-55-1,-58-10 1,-149 28 0,-16 19-1,-9 9 1,0 0 15,1 4-15,-9 10-1,0 24 1,-34 45 0,-7 20-1,-17 83 1,9-9 0,32-70-1,1 42 1,16-135-1</inkml:trace>
  <inkml:trace contextRef="#ctx0" brushRef="#br0">5632 12812 0,'-17'-5'0,"17"10"16,-8 9-1,-8 14 1,-9 9 0,25-37-1</inkml:trace>
  <inkml:trace contextRef="#ctx0" brushRef="#br0">6492 12332 0,'0'-18'0,"0"18"16,-8 5-1,-33 13 1,-17 5 0,0 5-1,25 10 1,33-15 15,24 47-15,76-5-1,32 14 1,-24 0 0,-75-42-1,-33-14 1,-17 5 0,-33 9-1,-16-13 1,66-24-1</inkml:trace>
  <inkml:trace contextRef="#ctx0" brushRef="#br0">6533 12277 0,'91'0'0,"-49"4"16,90 10 0,-132-14-1</inkml:trace>
  <inkml:trace contextRef="#ctx0" brushRef="#br0">7633 13063 0,'-33'125'0,"0"-55"15,8-9 1,25-61 15</inkml:trace>
  <inkml:trace contextRef="#ctx0" brushRef="#br0">8684 12351 0,'-66'51'0,"24"-9"15,-32 102 1,49-27 0,33 27-1,67-46 1,65-24-1,17-37 1,-90-65 0,-26 14-1,-16 0 1,-9-4 15,-16-1-15,-16-9-1,-42 10 1,-17 18 0,-16 14-1,17 0 1,24-5 0,26 9-1,24-18 1</inkml:trace>
  <inkml:trace contextRef="#ctx0" brushRef="#br0">9511 12965 0,'8'5'0,"-8"-5"15,0 4 1,-16 29 0,16-33-1</inkml:trace>
  <inkml:trace contextRef="#ctx0" brushRef="#br0">10594 12295 0,'8'5'0,"-8"-5"16,0 0 0,0 0-1,0 0 1,0 14-1,0 9 1,-16 75 0,-9 32-1,-8 24 1,8-85 15,-16 24-15,16-32-1,25-61 1</inkml:trace>
  <inkml:trace contextRef="#ctx0" brushRef="#br0">10222 12830 0,'-8'-32'0,"8"32"16,0 0 0,16 0-1,26 0 1,90 0 15,9 4-15,-141-4-1</inkml:trace>
  <inkml:trace contextRef="#ctx0" brushRef="#br0">10421 12379 0,'0'5'0,"0"-5"15,0 0 1,0 0 15,0 0-15,8 0-1,8 4 1,1 6 0,-9 4-1,-8 51 1,-33 70 0,33-135-1</inkml:trace>
  <inkml:trace contextRef="#ctx0" brushRef="#br0">11198 12942 0,'0'0'0,"0"0"16,8 0-1,-8 0 1</inkml:trace>
  <inkml:trace contextRef="#ctx0" brushRef="#br0">11917 12961 0,'34'0'0,"-34"0"16</inkml:trace>
  <inkml:trace contextRef="#ctx0" brushRef="#br0">12736 12928 0,'0'0'0,"17"-9"15,-17 9 17</inkml:trace>
  <inkml:trace contextRef="#ctx0" brushRef="#br0">13662 12723 0,'0'-14'0,"0"14"16,0 0 0</inkml:trace>
  <inkml:trace contextRef="#ctx0" brushRef="#br0">2547 14528 0,'-8'-4'0,"8"4"0,0 0 0,-8 0 15,8 0-15,-33 23 0,-9 65 16,-7 19 0,7 5-1,17 4 1,25-4 15,34-24-15,57-46-1,41-56 1,25-70 0,-16-37-1,-34-18 1,-99 78-1,-16 15 1,0-5 0,-9-5-1,-24-32 1,8 4 0,-17 0-1,1 5 1,-1 32 15,0 20-15,17 8-1,0 14 1,-58 38 0,33 13-1,58-46 1</inkml:trace>
  <inkml:trace contextRef="#ctx0" brushRef="#br0">3192 15114 0,'-8'-9'0,"8"9"15,0 0 1,-8 5-1,-42 111 1,9-14 0,33-32-1,8-70 1</inkml:trace>
  <inkml:trace contextRef="#ctx0" brushRef="#br0">4069 14110 0,'0'23'0,"0"-19"15,0 20 1,-8 50 0,-25 70-1,0 103 1,8-28 15,8 55-15,17-274-1</inkml:trace>
  <inkml:trace contextRef="#ctx0" brushRef="#br0">4507 15398 0,'0'5'0,"0"-5"15,0 0 1,-25 51 15,25-51-15</inkml:trace>
  <inkml:trace contextRef="#ctx0" brushRef="#br0">5152 14547 0,'0'0'0,"0"0"16,0 0 0,0 0-1,0 0 1,17 0 0,16 5-1,25-1 1,16 19-1,-8 24 1,-16 27 0,-25 5-1,-17-13 1,-41 22 0,-33 79-1,-33 6 1,41-104 15,25-22-15,8-19-1,17-10 1,-1-8 0,9-6-1,9 1 1,15-5-1,18-5 1,16 5 0,0 10-1,24-6 1,-32 6 0,-50-10 15</inkml:trace>
  <inkml:trace contextRef="#ctx0" brushRef="#br0">6327 15170 0,'0'5'0,"0"-5"16,0 5 0,-66 143-1,-17 150 1,83-298 0</inkml:trace>
  <inkml:trace contextRef="#ctx0" brushRef="#br0">6930 14765 0,'0'-13'0,"0"13"16,0 0-1,9-19 1,40 0-1,18 1 1,-10 18 0,-15 14-1,-26 14 1,9 46 0,-41 14-1,-18-36 1,18-20 15,-1-9-15,17-9-1,17 5 1,8-10 0,33 5-1,-17-9 1,-8 4-1,-8-4 1,-9-1 0,1 1-1,-9 0 1,-8 4 0,9-9-1,-9 5 1,0 4 15,-9-4-15,-7 9-1,-17 14 1,-9 18 0,-24 42-1,16-4 1,34-42-1,16-42 1</inkml:trace>
  <inkml:trace contextRef="#ctx0" brushRef="#br0">7633 15701 0,'-24'14'0,"24"-14"16,0 0-1,0 4 1,-50 89-1,-16 10 1,41-48 0,25-55-1</inkml:trace>
  <inkml:trace contextRef="#ctx0" brushRef="#br0">8427 14854 0,'-33'46'0,"0"6"16,-8 27 15,0 28-31,24-14 31,58-14-15,67-79-1,49-47 1,-8-23 0,8-27-1,-132 46 1,0 18-1,-17 0 1,0 10 0,0 14-1,-8-5 1,9 9 0,-9 1-1,-17 27 1,1 0 15,-17 42-15,8 33-1,8 32 1,17-130 0</inkml:trace>
  <inkml:trace contextRef="#ctx0" brushRef="#br0">9089 15477 0,'8'-9'0,"1"14"0,-9-5 31</inkml:trace>
  <inkml:trace contextRef="#ctx0" brushRef="#br0">9668 15533 0,'66'5'0,"-66"-5"15</inkml:trace>
  <inkml:trace contextRef="#ctx0" brushRef="#br0">10131 15519 0,'25'28'0,"-25"-28"15</inkml:trace>
  <inkml:trace contextRef="#ctx0" brushRef="#br0">10487 15435 0,'24'28'0,"18"5"0,-42-33 31</inkml:trace>
  <inkml:trace contextRef="#ctx0" brushRef="#br0">12190 14058 0,'-16'5'0,"16"-5"16,0 0 0,-25 65-1,-25 56 1,9-37-1,8-19 1,16 5 0,9-5-1,16 0 1,17 5 0,17 0-1,7-1 16,-7-22-15,-18-19 0,-15-5-1,7-9 1,-8 0 0,1-9-1,-9 4 1,-17 10-1,-8 4 1,9-14 0,-26 10-1,42-19 1</inkml:trace>
  <inkml:trace contextRef="#ctx0" brushRef="#br0">12075 14030 0,'-9'-4'0,"9"4"16,9 0-1,24 4 1,16 10 0,34 5-1,8 4 16,8 10-15,17 9 0,-50-14-1,-25-5 1,-16-9 0,-8-9-1,-1-5 1,-16 0-1</inkml:trace>
  <inkml:trace contextRef="#ctx0" brushRef="#br0">12943 14100 0,'0'5'0,"0"-5"15,0 0 1,0 0 0,-33 46-1,-66 38 1,-25 32-1,-42 24 1,50-5 0,17 0-1,66-14 1,33-28 0,108-79-1,16-65 16,-50-15-15,-16-13 0,-17 19-1,-16 18 1,0 5 0,8-38-1,17-32 1,-9 10-1,-16 27 1,-9 28 0,-16 14-1,9 5 1,-1 14 0,-8 9-1,8 23 16,0 0-15,1 28 0,-1-4-1,0 4 1,0 47 0,1 27-1,-9-18 1,0-14-1,-9-14 1,9-4 0,-8-15-1,-8 5 1,-9-4 0,-25-1-1,-49 6 16,25-25-15,24-13 0,17-14-1,8 0 1,9 0 0,-1 9-1,17-23 1</inkml:trace>
  <inkml:trace contextRef="#ctx0" brushRef="#br0">12099 15938 0,'-8'9'0,"8"-9"16,0 5 0,0 9-1,0 0 1,0 4 0,0 15-1,0 27 1,8 29-1,-8 18 1,0-28 0,0-5-1,0 15 1,-8 41 0,0-9 15,0-23-16,-9-15 1,0-4 0,-24 10-1,-8-10 1,-1-5 0,17-27-1,-25-1 1,17-13-1,-17-5 1,0 0 0,-17-5-1,-7 0 1,-18-9 0,-65 9 15,-25-18-16,-34 4 1,-7-9 0,-25-9-1,-9-5 1,0-18 0,-57 4-1,32-19 1,-24-9-1,49-4 1,-8-1 0,34 10-1,-1 5 1,8 4 0,-24-28 15,32 14-16,-15-18 1,24 4 0,8 0-1,17 14 1,8 5 0,0 9-1,-8 14 1,-1 10-1,-24 13 1,9 10 0,-34 4-1,25 0 1,-58 5 0,66 5 15,-25-5-16,51-9 1,7 4 0,17-9-1,148 0 1,-131-5 0,65 5-1,-65-4 1,16 4-1,-17 4 1,-49 10 0,116 9-1,-150 29 1,100-11 0,91-27 15,-8 5-16,8-5 1,8-9 0,0-5-1,8 0 1,9-5 0,-8 0-1,-1-9 1,9-14-1,24-51 1,26-60 0,40-38-1,9 5 1,0-10 0,-58 150 15,-8 9-16,-8-5 1,-9 14 0,0 4-1,1 1 1,-9 5 0,8-6-1,-8 6 1,41 27-1,-41-23 1</inkml:trace>
  <inkml:trace contextRef="#ctx0" brushRef="#br0">2233 15696 0,'0'0'0,"0"0"15,0 0 1,0 0 0,0 0 15,0 0-16,0-5 1,8 5 0,1 0-1,-1 0 1,17 28 0,16 0-1,0-5 1,-8 10-1,0-14 1,-16 4 0,0 5-1,7 32 1,-24-60 0</inkml:trace>
  <inkml:trace contextRef="#ctx0" brushRef="#br0">31071 4838 0,'0'-5'0,"0"5"16,0 0 0,0 0-1,0 0 1,9-4-1,7 4 17,1 0-17,7 9 1,-7 5 0,-17-14-1</inkml:trace>
  <inkml:trace contextRef="#ctx0" brushRef="#br0">31369 10179 0,'25'0'0,"-25"0"16,0-5-1,16 0 1,-7-4-1,15-5 17,18-23-17,-42 37 1</inkml:trace>
  <inkml:trace contextRef="#ctx0" brushRef="#br0">24745 1503 0,'-25'-19'0,"25"14"0,-17 1 31,9-1-15,-9 0-1,9 5 1,16 0 0,1-18-1,24 4 1,25 9-1,16 24 1,-16 27 0,-17 19-1,-41-4 1,-16-1 0,-9 15-1,17-10 1,8-14 15,41-4-15,25-1-1,25 15 1,8-6 0,-32 1-1,-26-5 1,-33-27-1,-24 27 1,-17 28 0,0-28-1,-17-9 1,17-14 0,16-19-1,-8-4 1,25-10 15,0 5-15</inkml:trace>
  <inkml:trace contextRef="#ctx0" brushRef="#br0">26920 1354 0,'0'-19'0,"0"19"15,0 0 1,0-5 15,0 5-15,0 0-1,0 0 1,0 0 0,8 14-1,17 107 1,8 28-1,8 112 1,-16-57 0,-17-115-1,1-29 1,-1-27 0,-8-10-1,-8 0 1,16-9 15,17-4-15,8-20-1,8-8 1,0-1 0,-8 14-1,1 5 1,7 10-1,-8 4 1,-8 4 0,-17 1-1,9 0 1,-17 13 0,-9 5-1,1-9 1,8-14 15,0-14-15</inkml:trace>
  <inkml:trace contextRef="#ctx0" brushRef="#br0">27747 2261 0,'0'28'0,"0"-19"16,0 0-1,0 24 1,0-14 0,0-19 15</inkml:trace>
  <inkml:trace contextRef="#ctx0" brushRef="#br0">28077 1628 0,'9'-14'0,"-9"14"15,0 0 1,16-4 0,-16 4-1</inkml:trace>
  <inkml:trace contextRef="#ctx0" brushRef="#br0">28400 1777 0,'0'47'0,"0"-24"16,0 116 0,-8-18-1,8 47 1,16-15 0,17-4-1,17-51 1,99-89-1,-149-9 1</inkml:trace>
  <inkml:trace contextRef="#ctx0" brushRef="#br0">28144 2368 0,'-9'-5'0,"18"5"16,90-9 0,-99 9-1</inkml:trace>
  <inkml:trace contextRef="#ctx0" brushRef="#br0">25456 4043 0,'0'-10'0,"0"10"16,0 0-1,0 5 1,-8 18 0,-9 75-1,-8 9 16,9 42-15,16 9 0,33-19-1,41-45 1,50-71 0,0-51-1,0-23 1,-99 4-1,-17-4 1,9-19 0,-25-32-1,-34-10 1,-24 19 0,17 37-1,15 19 16,10 33-15,15 4 0,9 0-1</inkml:trace>
  <inkml:trace contextRef="#ctx0" brushRef="#br0">27664 4401 0,'-17'-9'0,"9"13"15,-33 15 1,-17 9 0,-41 51-1,16 32 1,17 10-1,41-4 1,66-34 0,100-59-1,57-89 1,-7-38 0,-34 1-1,-149 69 16,-8 1-15,0-38 0,-41-23-1,-17 18 1,-8 34 0,-9 27-1,-7 14 1,15 14-1,43 4 1,24-18 0</inkml:trace>
  <inkml:trace contextRef="#ctx0" brushRef="#br0">29368 4145 0,'0'-9'0,"-9"23"16,-32 27-1,-33 48 1,-1-1 0,1 19 15,16 14-16,50 9 1,74-13 0,66-52-1,58-65 1,-16-42 0,-25-37-1,-58-19 1,-99 56-1,-26-18 1,-15-15 0,-17-8-1,-34 18 1,-7 23 0,16 37 15,16 0-16,26 10 1,-1 18 0,17-9-1,33-14 1</inkml:trace>
  <inkml:trace contextRef="#ctx0" brushRef="#br0">30616 4578 0,'25'0'0,"-16"-5"16,15-4-1,26-1 1,0 6 0,-1-1 15,-7 0-16,7 1 1,1 4 0,8-5-1,-9 5 1,-49 0 0</inkml:trace>
  <inkml:trace contextRef="#ctx0" brushRef="#br0">30757 4824 0,'-8'9'0,"8"-9"15,0-4 1,0 4 0,0 0-1,8-5 1,0 0 0,25-4-1,17 0 1,8-5-1,-8 5 1,-1 9 0,-7-5-1,-18 5 1,-7 0 0,-1 0-1,-7 0 16,-1 0-15,0 0 0,-8 0-1,8-5 1,1 5 0,-9 0-1,8 0 1,-8 5-1,0-5 1</inkml:trace>
  <inkml:trace contextRef="#ctx0" brushRef="#br0">32659 4443 0,'-8'-5'0,"8"5"16,0 0-1,0 0 1,0 0 0,0-5-1,-8 5 1,-25 5-1,0 9 1,8 32 0,8 24-1,34-9 1,-1-15 0,9-27 15,0-5-16,-9-19 1,1 5 0,-1-18-1,9-10 1,-16 0 0,-9 9-1,0-4 1,0-10-1,-25-4 1,8 18 0,-24 1-1,0 18 1,41 0 0</inkml:trace>
  <inkml:trace contextRef="#ctx0" brushRef="#br0">25605 6248 0,'0'-14'0,"0"14"15,0 0 1,0 0 0,0 0 15,0 0-16,0 0 1,-9-5 0,-7 5-1,-9 9 1,-25 33 0,-41 37-1,9 5 1,-9 18-1,33-4 1,8 9 0,34-9-1,32 4 1,42-23 0,25-28 15,41-41-16,8-34 1,9-31 0,-9-29-1,-115 37 1,-1 15 0,-7 9-1,-9-1 1,0-8-1,0 8 1,-17-13 0,0-14-1,-16 5 1,0-1 0,-8 0 15,16 20-16,0-6 1,1 5 0,15 9-1,-7 6 1,7 3 0,1 1-1,8 4 1,-8 1-1,8-1 1,-8 0 0,8 5-1,0 0 1,0-4 0,-9-1 15,9 5-16,0 0 1,0-5 0,0 5-1,0 0 1,0-4 0,0 4-1,-8 4 1,8-4-1</inkml:trace>
  <inkml:trace contextRef="#ctx0" brushRef="#br0">27573 6452 0,'-8'0'0,"8"0"15,0 0 1,-9 0-1,-15 19 1,-26 14 0,0 32-1,-41 60 1,42 1 0,7 9 15,59-24-16,66-27 1,57-65 0,17-47-1,-16-33 1,-25-27 0,-116 51-1,0-10 1,-8-4-1,-9-5 1,-16 0 0,-17 10-1,-16 9 1,-17 13 0,17 10 15,33 14-16,17 5 1,16-5 0</inkml:trace>
  <inkml:trace contextRef="#ctx0" brushRef="#br0">29376 6313 0,'0'0'0,"0"0"16,0 0 0,0 4-1,0 6 1,-8 36-1,8-9 1,-9 24 0,9 32-1,0 5 1,9-5 0,-9-28 15,0-9-16,0-56 1</inkml:trace>
  <inkml:trace contextRef="#ctx0" brushRef="#br0">30881 6494 0,'-8'0'0,"8"0"16,0 0-1,0 0 1,8-4-1,42-10 1,24-24 0,-8 20-1,-66 18 1</inkml:trace>
  <inkml:trace contextRef="#ctx0" brushRef="#br0">30831 6704 0,'9'0'0,"-9"0"16,8 0-1,9-10 1,24 1 0,0 0-1,1-1 1,-1 6 0,0-1 15,1 10-16,-42-5 1</inkml:trace>
  <inkml:trace contextRef="#ctx0" brushRef="#br0">32527 6057 0,'0'5'0,"0"-5"15,-8 0 1,8 0-1,-9 9 1,1 33 0,-8 32-1,-1 19 1,0-28 0,17-13 15,-8-15-16,8-5 1,-8-13 0,8 4-1,0-23 1</inkml:trace>
  <inkml:trace contextRef="#ctx0" brushRef="#br0">27474 8215 0,'8'5'0,"-8"-5"15,0 0 1,0 0-1,0 5 1,-8 65 0,-1 23-1,18-5 1,-18 14 0,9 19-1,-8 5 1,8-28-1,0-29 1,8-13 15,9-9-15,-17-47 0</inkml:trace>
  <inkml:trace contextRef="#ctx0" brushRef="#br0">28888 8215 0,'-8'-4'0,"8"4"16,0 0-1,-9 4 1,-24 48 0,0 31-1,0 48 1,33-76-1,17 11 1,8 13 15,24-19-15,-16-23 0,0-27-1,0-15 1,0 5-1,9-9 1,16-42 0,8-61-1,-41 28 1,-9 10 0,-16 36-1,-16-8 1,-9 4-1,-16 0 1,-26 10 15,1 18-15,-8 0 0,16 9-1,17 5 1,7 0-1,34 0 1</inkml:trace>
  <inkml:trace contextRef="#ctx0" brushRef="#br0">25754 8215 0,'-17'-9'0,"17"5"16,-8 4 0,-1 0-1,-7 0 1,-1 0-1,-24 13 1,-9 29 0,1 33-1,24-1 1,8-4 0,9-19-1,8-14 1,17 5-1,16-14 17,16 0-17,9-14 1,-8-5 0,0-9-1,-9-9 1,-25 0-1,9-29 1,-16 1 0,-9-23-1,0-15 1,-17 10 0,0 14-1,-16 9 1,9 5-1,-10 14 17,10 4-17,-9 5 1,8 14 0,0 0-1,25 0 1</inkml:trace>
  <inkml:trace contextRef="#ctx0" brushRef="#br0">30765 8243 0,'0'0'0,"0"0"16,0 0-1,0 0 1,0 0 0,17-4-1,16 4 1,0-5-1,0 5 1,0 5 0,0 32-1,9 19 1,-42-56 0</inkml:trace>
  <inkml:trace contextRef="#ctx0" brushRef="#br0">30741 8695 0,'-25'-5'0,"25"5"16,0 0-1,0 0 1,0 0 0,8 0-1,9-5 1,-1 5 0,17 5-1,8-5 1,9 5-1,16 4 17,-66-9-17</inkml:trace>
  <inkml:trace contextRef="#ctx0" brushRef="#br0">32419 7941 0,'-8'-19'0,"8"19"15,0 0 1,0 0 0,0 0-1,0 0 1,0 0-1,0-4 1,0-10 0,25 4-1,-9 1 1,1 5 0,16 8-1,-8 15 1,0 4-1,-9 10 17,-16-1-17,-16 15 1,-34 74 0,-24 9-1,-1 9 1,-7-22-1,7-10 1,67-103 0,8 1-1,-8-5 1,8 5 0,-9-5-1,9 0 1,9 0-1,7 0 17,1-10-17,-1 6 1,1-1 0,8 5-1,-9-5 1,-8 5-1,1 0 1,7 0 0,-8-4-1,1 4 1,-1 0 0,17 0-1,0 14 1,-25-14 15</inkml:trace>
  <inkml:trace contextRef="#ctx0" brushRef="#br0">25580 10611 0,'-33'14'0,"33"-9"16,-25 9 0,-16 14-1,-1 14 1,-7-1-1,16 11 17,8 17-17,33-8 1,17 9 0,16-28-1,1-33 1,24-23-1,-8-19 1,-9-4 0,-16 18-1,-16-8 1,-1 8 0,-16 5-1,-8-33 1,-8 15 15,-9-1-15,-8 15-1,-9 13 1,9 14 0,25-9-1,8 0 1</inkml:trace>
  <inkml:trace contextRef="#ctx0" brushRef="#br0">27366 10388 0,'0'0'0,"0"9"15,0 28 1,-16 57 15,7-11-15,1 38-1,0 28 1,8-5 0,8-60-1,-8-84 1</inkml:trace>
  <inkml:trace contextRef="#ctx0" brushRef="#br0">28615 10323 0,'0'4'0,"0"-4"15,0 0 1,0 0 0,0 0-1,-8 24 1,-9 32 15,9 41-15,0-18-1,-1-4 1,9 32 0,-8 9-1,8-9 1,0-28-1,0-18 1,0-20 0,0 1-1,8-9 1,-8-33 0</inkml:trace>
  <inkml:trace contextRef="#ctx0" brushRef="#br0">30691 10360 0,'-8'-5'0,"8"5"16,0 0-1,0 0 1,8-4-1,25-1 1,25 0 0,-9-4-1,-24 0 1,-25 9 0</inkml:trace>
  <inkml:trace contextRef="#ctx0" brushRef="#br0">30633 10676 0,'-8'-37'0,"8"37"16,8-4-1,0-6 1,50-13-1,17-14 1,16 13 0,-91 24-1</inkml:trace>
  <inkml:trace contextRef="#ctx0" brushRef="#br0">31923 10118 0,'17'-28'0,"-17"24"15,8-10 1,17-5 0,8 0-1,0 10 1,0 18 15,8 1-15,-8 22-1,-16 5 1,-9-9 0,-16 0-1,-17-4 1,9-1-1,-1-5 1,9-4 0,0-4-1,-1-1 1,9-4 0,9 4-1,15-4 1,18-1 15,-1 10-15,9 5-1,-1 18 1,-7 0 0,-9 5-1,-17 19 1,-7-10-1,-9-5 1,-9-4 0,-24 5-1,-33 4 1,-25-5 0,-8-8-1,24-20 1,-24 5 15,33-18-15,66-5-1</inkml:trace>
  <inkml:trace contextRef="#ctx0" brushRef="#br0">25414 12388 0,'-16'-4'0,"16"4"15,0 0 1,0 0 15,-8 4-15,-1 6-1,1 22 1,-8 66 0,16 4-1,0-9 1,0 42-1,0 14 1,0-28 0,8-9-1,25-33 1,-33-79 0</inkml:trace>
  <inkml:trace contextRef="#ctx0" brushRef="#br0">27317 12509 0,'-17'-4'0,"17"-1"16,0 5 0,-8 0-1,-9 0 1,-16 9-1,-58 56 1,-8 56 0,0 0-1,16 56 1,25-5 0,42-9-1,40-42 16,67-42-15,42-84 0,7-55-1,1-47 1,-42-5 0,-91 66-1,-8 9 1,-8-5-1,0-5 1,-25-32 0,8 9-1,0 1 1,0 13 0,-8 9-1,0 10 16,33 23-15,0 14 0</inkml:trace>
  <inkml:trace contextRef="#ctx0" brushRef="#br0">28185 12593 0,'-8'0'0,"8"5"15,-9 23 1,-24 41 0,9-8-1,7 46 1,17 9-1,17 14 1,16-27 0,16-38-1,17-28 1,-8-32 0,0-24 15,8-27-16,-33-6 1,-8 6 0,-8 9-1,-17-1 1,-8-27 0,-26-28-1,-15 0 1,-17 5-1,33 32 1,-9 19 0,17 14-1,9 13 1,-1 10 0,17 0-1,0 0 16</inkml:trace>
  <inkml:trace contextRef="#ctx0" brushRef="#br0">30368 12681 0,'9'-14'0,"-9"10"15,24 4 1,34-10-1,58-27 1,25 9 0,8-18-1,-149 46 1</inkml:trace>
  <inkml:trace contextRef="#ctx0" brushRef="#br0">30707 12891 0,'0'0'0,"0"0"16,0 0-1,9 0 1,24-10-1,66-17 1,0 8 0,-99 19-1</inkml:trace>
  <inkml:trace contextRef="#ctx0" brushRef="#br0">31741 11928 0,'0'9'0,"0"-9"15,-8 9 1,8 33 0,0 23 15,33 10-16,17-15 1,16-41 0,8-24-1,9-23 1,-25 10 0,-33 4-1,-1 4 1,-7 6-1,-9-1 1,1 0 0,7 5-1,-16 0 1,8 10 0,-8 8 15,-8 24-16,0 14 1,0-14 0,-1 18-1,1 1 1,8-5 0,0 14-1,0-70 1</inkml:trace>
  <inkml:trace contextRef="#ctx0" brushRef="#br0">28251 14547 0,'-16'9'0,"16"-9"16,-9 0-1,9 0 1,0 0 0,9 0-1,-9 0 1</inkml:trace>
  <inkml:trace contextRef="#ctx0" brushRef="#br0">28268 15059 0,'0'-10'0,"0"10"15,0 0 1,0 0-1,8 0 1,-8 0 0</inkml:trace>
  <inkml:trace contextRef="#ctx0" brushRef="#br0">28334 15310 0,'0'4'0,"0"-4"16,-8 19-1,8-19 17</inkml:trace>
  <inkml:trace contextRef="#ctx0" brushRef="#br0">28284 16068 0,'66'19'0,"-66"-19"15</inkml:trace>
  <inkml:trace contextRef="#ctx0" brushRef="#br0">28433 16147 0,'0'9'0,"0"-9"16</inkml:trace>
  <inkml:trace contextRef="#ctx0" brushRef="#br0">25613 17185 0,'0'0'0,"0"0"15,0 0 1,0 0 0,0 0-1,0 0 1,0 18 0,0 66-1,8 23 1,1-33-1,7 29 1,-16 87 0,0-190 15</inkml:trace>
  <inkml:trace contextRef="#ctx0" brushRef="#br0">26829 17347 0,'-9'-9'0,"9"9"16,0 0-1,0 14 17,-16 60-17,8 24 1,8 116-1,0-214 1</inkml:trace>
  <inkml:trace contextRef="#ctx0" brushRef="#br0">28036 17226 0,'0'0'0,"0"0"15,-8 5 1,-9 93 0,-7 18-1,-10 61 1,10-33-1,32-93 1,-8-18 0,0-1 15,8-18-15,9 37-1,-17-51 1</inkml:trace>
  <inkml:trace contextRef="#ctx0" brushRef="#br0">29732 17482 0,'0'-18'0,"0"18"16,8 0-1,17 0 1,33 0 0,16-5-1,-74 5 17</inkml:trace>
  <inkml:trace contextRef="#ctx0" brushRef="#br0">29806 17706 0,'0'-5'0,"0"5"15,0 0 1,8 0 0,1 0-1,15 0 17,1 0-17,8 0 1,-8-5-1,-8 5 1,-1 0 0,1 0-1,-1 0 1,1 0 0,-9-4-1,0 4 1,1 4-1,-9-4 1,8-4 0,-8 8-1,8-4 17,-8 0-17,0 0 1,8 0-1,-8 0 1,0 0 0,9 0-1,-9 0 1,0 0 0,0 0-1,0 0 1,8 0-1,-8 0 1,0 0 0,0 0-1,0 0 17,0 0-17,0 0 1,0 0-1,8 0 1,-8 0 0,0 0-1,0 0 1,0 0 0,0 0-1,0 0 1,0 0-1,0 0 1,0 0 0,8 5 15,-8-5-15</inkml:trace>
  <inkml:trace contextRef="#ctx0" brushRef="#br0">31402 17143 0,'0'9'0,"0"-9"15,0 0 1,0 0-1,0 0 17,0 0-17,8 0 1,17-9 0,50-15-1,-9 6 1,0 4 15,0 5-31,-33-1 16,0 6-1,-16 4 1,-1 9 0,-7 0-1,-9 66 1,-58 115-1,8-18 17,-24 42-17,16-18 1,41-117 0,9-23-1,0 0 1,-1 4-1,1-9 1,8-23 0,0-28-1</inkml:trace>
  <inkml:trace contextRef="#ctx0" brushRef="#br0">31369 17701 0,'17'-5'0,"-17"5"16,0 0-1,0 0 1,0 0 0,8 5-1,17-5 1,41-19-1,17-9 17,-9 5-17,9 0 1,-34 9 0,-7 5-1,-9-1 1,-17 6-1,1-1 1,-9 0 0,0 5-1,9-4 1,-17 4 0</inkml:trace>
  <inkml:trace contextRef="#ctx0" brushRef="#br0">24323 1833 0,'0'-14'0,"0"14"0,0 0 0,0 0 0,0 0 0,0 0 16,0 0-16,0 0 16,0 0-1,-8 0 1,-9 0-1,-8 0 1,0-5 0,-8 1-1,-16 4 1,7-5 15,1 5-15,0 5-1,-9-5 1,-16 4 0,8 1-1,-25 9 1,1-5 0,-9 14-1,-9 5 1,-7 14-1,16 9 1,16-13 0,-24 31-1,-8-3 1,-1-11 0,17-3 15,0-11-16,-16 34 1,-50 32 0,32 0-1,-15 9 1,32-9 0,9-9-1,16 18 1,9-4-1,16 13 1,8-22 0,9 8-1,0-8 1,8 13 0,-9-9 15,42-88-16,-16 13 1,-1 5-16,1 19 16,-1-14-1,1 5 1,16-47 0</inkml:trace>
  <inkml:trace contextRef="#ctx0" brushRef="#br0">21279 3656 0,'-8'-9'0,"8"9"31,8 5-15,-8 9 0,0 18-1,9 6 1,-1 3 0,0 11-1,9 17 1,8 10-1,-9-13 1,1-20 0,-1-9-1,-16-18 1,8 0 0,9-10 15,24-18-16,50-29 1,-33 10 0,0 1-1,-17 8 1,-8 5 0,-16 5-1,-9 4 1,9-4-1,-9 9 1,0-5 0,-8 0-1,9 5 1,-9 0 15</inkml:trace>
  <inkml:trace contextRef="#ctx0" brushRef="#br0">19543 4410 0,'16'-9'0,"-16"4"16,0 5-1,17-9 1,24-10 0,0 10-1,17 14 1,-16 4-1,7 10 1,-24-1 0,-17 1-1,1-5 17,-9-5-17,0 5 1,0-5-1,0 1 1,0-1 0,8 19-1,25 23 1,8 19 0,9 9-1,-9-5 1,-16-18-1,-17-9 1,-8 13 0,-8 10-1,-17 4 17,-33-4-17,0-28 1,25-19-1,0-18 1,9-14 0,-1-1-1,0 6 1,0-15 0,9-14-1,7 10 1,9 23-1</inkml:trace>
  <inkml:trace contextRef="#ctx0" brushRef="#br0">21288 4708 0,'-17'51'0,"17"-23"31,-16 23-31,-1 10 16,-24 73-1,-9 20 32,0 13-47,1-4 16,49-163-1</inkml:trace>
  <inkml:trace contextRef="#ctx0" brushRef="#br0">21048 4778 0,'0'0'0,"0"0"15,8 0 17,17 0-17,16 0 1,25 0-1,9 9 1,-1 5 0,-8 4-1,-66-18 1</inkml:trace>
  <inkml:trace contextRef="#ctx0" brushRef="#br0">21271 4973 0,'-25'5'0,"25"-5"16,0 0-1,0 0 17,0 0-17,9 0 1,-1 0-1,33 4 1,25 10 0,-66-14-1</inkml:trace>
  <inkml:trace contextRef="#ctx0" brushRef="#br0">21858 4964 0,'0'0'0,"0"0"32,0 0-17,0 4 1,-8 29-1,-17 51 1,9 23 0,-1-19-1,9-18 1,-9 28 0,1-10-1,-17-4 1,33-84-1</inkml:trace>
  <inkml:trace contextRef="#ctx0" brushRef="#br0">21643 5103 0,'9'-14'0,"-9"14"15,0 0 1,0 0 0,24-4-1,9-1 1,42 10-1,8-1 1,-1 10 0,-24-9-1,-17 0 17,-16 4-17,0 0 1,-17-9-1,1 5 1,-18-1 0,1 15-1,-33 9 1,8-5 0,8-4-1,8-5 1,1-14-1,8 9 1,-1 0 0,1-4-1,0 0 17,8-5-17,0 4 1,0 1-1,25 4 1,24 10 0,9 4-1,25 10 1,-34-10 0,-7-9-1,-9-5 1,-25-9-1,9 5 1,-9-5 0,0 5-1,9 4 17,-17-4-17,0-5 1</inkml:trace>
  <inkml:trace contextRef="#ctx0" brushRef="#br0">12331 768 0,'16'-10'0,"-16"10"16,9 0-1,49-70 1,66-46-1,-25 28 1,-66 69 0,-8 24-1,0 32 1,-9 24 0,-16-20-1,-8 108 1,-25 9-1,0 19 1,-17 0 15,1 0-15,-9-19 0,41-130-1,-8-5 1,9-9-1,-1-19 1,-24-46 0,-1-23-1,18-15 1,32-8 0,8-34-1,-16 131 1</inkml:trace>
  <inkml:trace contextRef="#ctx0" brushRef="#br0">13257 470 0,'17'112'0,"-34"-94"16,1 140-1,-34 19 1,17 42 15,0 4-31,25-4 16,8-219 15</inkml:trace>
  <inkml:trace contextRef="#ctx0" brushRef="#br0">13332 856 0,'149'-19'0,"-83"19"16,99-28-1,-115 19 1,-17 9 0,-33 0 15</inkml:trace>
  <inkml:trace contextRef="#ctx0" brushRef="#br0">13282 819 0,'8'4'0,"-8"-4"16,0 0 0,9 14-1,24 28 1,33 23-1,33 38 1,-8-10 0,25 4 15,24-8-15,-140-89-1</inkml:trace>
  <inkml:trace contextRef="#ctx0" brushRef="#br0">15316 782 0,'-8'-5'0,"8"5"16,-8 5 0,-42 13-1,-49 84 1,0 43-1,8 41 1,41 37 0,17-28-1,33-195 1</inkml:trace>
  <inkml:trace contextRef="#ctx0" brushRef="#br0">14895 837 0,'91'-28'0,"-9"10"16,84-5 0,7 13-1,-90 10 1,-17 24 0,-66-24-1</inkml:trace>
  <inkml:trace contextRef="#ctx0" brushRef="#br0">14638 1368 0,'17'0'0,"-9"-10"16,34 6-1,73-15 1,67 1 0,58-10-1,16-5 1,-256 33 0</inkml:trace>
  <inkml:trace contextRef="#ctx0" brushRef="#br0">16268 809 0,'-9'10'0,"9"8"16,-8 52-1,-17 56 1,-8 130 0,-8-38-1,24-111 1,17 0-1,0-107 1</inkml:trace>
  <inkml:trace contextRef="#ctx0" brushRef="#br0">16086 1075 0,'132'-61'0,"0"5"16,58-4-1,-16 32 1,0 19-1,-174 9 1</inkml:trace>
  <inkml:trace contextRef="#ctx0" brushRef="#br0">15920 1531 0,'0'-5'0,"0"5"15,33-5 1,67-4 0,81-14-1,18-1 1,-9 6-1,-8 13 1,-182 5 0</inkml:trace>
  <inkml:trace contextRef="#ctx0" brushRef="#br0">17475 1451 0,'-17'-4'0,"17"4"16,0 0 0,0-5-1,9 5 17,32 9-17,42 24 1,41 41-1,41 19 1,25 1 0,-8 8-1,9 33 1,-1 18 0,-8-27-1,16 41 1,-24-4-1,-17-14 1,-16-5 0,-26-18-1,-24-10 17,-91-111-17,0 4 1,9 0-1,-9-4 1,0-5 0</inkml:trace>
  <inkml:trace contextRef="#ctx0" brushRef="#br0">19658 2898 0,'0'0'0,"0"0"16,0 0-1,0 0 17,9 0-17,-9 5 1,16 13-1,17 48 1,25 22 0,-16 0-1,-18-27 1,-7-19 0,-9-14-1,-8-14 1,0 0-1,-8 4 1,-9-4 0,-7-5-1,7 1 17,-8-6-17,-24 6 1,49-10-1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514 1030,'-3'-1,"1"4,2 0,-1 0,-1 0,2 1,0 0,0 0,0-1,0 0,3-1,0-1,0-1,0 0,1 0,1 0,-2-4,-3-1,0 2,0 0,0 0,0 0,0 0,-2 0,-1 1,2-1,-2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1103 1031,'3'-1,"0"0,-3 4,0 0,0 0,0 0,0 0,0 0,-2 0,2 1,0-1,0 0,0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1377 520,'-5'0,"2"0,0 0,-3 0,3 0,0 0,0 0,-3 1,1 0,2-1,1 3,0 0,-2 1,1-1,1 0,1 0,0 0,0 0,0 1,1-1,0 0,0 3,0-3,0 3,0 1,0-3,1 0,2-4,1 0,0 3,0-2,0-1,2 1,-3 0,1-1,-1 0,0 0,0 0,1 0,-1 0,0 0,0 0,0 0,1 0,-1 0,0 0,0 0,0-4,-3 1,0 0,0-2,0 1,0 1,0-1,0 1,0 0,2 0,-1 0,-1-1,0 0,0 1,0 0,0 0,1 0,-1 0,0-1,0 0,-1 1,-2 1,-1 2,1 0,0 0,0 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1376 773,'-3'1,"0"-1,0 0,-3-2,3 2,0 0,0 0,-3 0,1-1,2 1,-2 0,1 0,0 0,1 0,0 0,1 5,2-2,0 0,0 0,0 1,0 0,0 0,0 0,0-1,1 0,1 1,-2-1,0 0,0 0,0 1,0-1,1 0,3-1,2-2,-3 0,0 0,1 0,-1 0,0 0,0 0,2 0,-2 0,1 0,0 0,-1 0,3 0,-2 0,0 0,0 0,-1 0,0 0,0 0,1 0,-3-4,-1 0,0 1,0 0,0-2,0 2,0 0,-1-1,0 1,1 0,0 0,0-1,0 0,0 1,0 0,0 0,-4 1,1 2,0 0,0 0,0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304 553,'-3'-1,"0"1,0 0,-1 0,1 0,-1 2,0-2,0 2,0-2,-2 2,0 0,2 0,1-1,-1 3,4-1,0 0,-1 0,0 1,-1 4,0-5,2 2,-1-2,1 4,0-3,0 0,0 0,2-1,0 0,2-3,-1 2,1-2,1 1,-2-1,0 0,0 0,0 0,3 0,-2 0,0 0,1 0,-2 0,2 0,-2 0,0 0,1 0,0 0,0 0,-1-1,1-1,-1 1,0-2,0-1,-1 0,1-2,-2 3,0-2,1 0,0 1,0 0,0 0,-1 1,-1 0,2-2,-2 2,0 0,-3-2,0 2,-1 0,1 2,0 0,-1-1,0 2,-1-2,1 1,0-1,0 2,1 0,-3 0,3 0,0 0,0 0,-1 0,1 0,0 0,0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178 568,'0'3,"-2"3,2-3,-1 2,1 0,-2 0,2-2,0 2,0-2,0 0,0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611 776,'-3'0,"-1"0,1 0,0 0,0-1,0 0,-2 1,2 0,-2 0,2 0,0 0,0 0,-1 4,2-1,1 0,1 1,-2 1,0-2,2 0,0 0,0 1,0-1,0 0,0 0,3 0,0 0,0-1,1 0,1 1,-2-1,1-1,0-1,-1 2,0-2,0 0,1 0,0 0,-1 0,1 0,0 0,-1-3,2-2,-2 3,2-5,-3 4,0 0,-2 0,0 0,0 0,0 0,0-4,0 4,0-1,0-2,-2 3,0 0,-1 3,-1-2,1 2,-1-1,1 1,0 0,-1 0,1 0,0 0,0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647 817,'3'0,"0"0,0 0,1 0,-1 0,0 0,3 0,-1 0,0 0,-2 0,0 0,2 0,-2 0,0 0,2 0,-2 0,1 0,1 0,-2 0,1 0,-1 0,0 0,0 0,3 0,-2 0,-1 0,0 0,0 0,0 0,1 0,-2 3,-2 1,-1-1,1 2,0 0,0-2,0 2,0-1,0-1,0 3,0-2,0 0,0 0,0 0,0-1,0 0,0 0,0 0,0 2,0-2,0 0,0 1,0 1,0-2,1 0,2-3,1 0,-1 0,0 0,9 0,-3 2,-1-2,-5 0,1 0,-1 0,0 0,0 0,0 0,1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817 900,'4'0,"0"3,-1-2,-2 2,1 1,-6-2,3 1,-3 0,1 2,1-2,2 0,-2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1371 374,'0'4,"0"1,0 9,0 2,0 5,0-13,0-4,0-1,0 1,0 2,0-3,0 1,0 0,0 0,0-1,0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1353 458,'0'4,"0"1,2-2,0 2,4 1,-4-1,2 0,-1-2,2 2,-2-5,0 0,1-1,-2-4,2-1,-4 3,1 0,-1-1,3 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795 781,'-3'0,"2"3,-1 0,2 0,0 0,-1 0,1 1,0 3,0-4,0 0,4-1,-1-2,2 0,0 0,-2 0,0-2,-3-1,-2 0,0 0,-2 0,-1 0,1 2,0 0,0 0,1 1,-1 1,4 2,0 0,4-1,-1-2,1 0,-1 0,2 0,-2 0,-2-4,-4 3,0 1,0 0,-1 0,0 0,-1 4,5 4,1-5,3-1,-1-2,0-1,-2-3,-1-2,0 3,-1 0,-2 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653 594,'-4'8,"3"-4,1 5,-3-3,3-2,-5 9,5-10,-2 3,-2 3,3-4,-1 1,0 1,0-4,1 2,1 0,-3 0,3-1,-1-1,1 0,-1 4,1-4,-3 1,2 0,-1 1,2-1,-1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612 713,'0'3,"0"3,0-3,0 0,0 0,1 2,1-1,1-2,4-8,-3 2,-3 1,1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901 588,'-3'-1,"0"1,0 0,-1 0,-12 0,7 0,5 0,-2 0,3 0,-3 0,3 0,0 0,0 0,-2 1,2 0,-1 2,1-1,-1 0,1 2,1 0,2 0,0 0,1-1,2-1,1 0,0 0,-1-1,1 0,0 1,0 0,0-1,0-1,-1 0,3 2,-3-2,0 0,5 0,-5 1,0-1,2 0,-2 0,0 0,1 0,1 0,0 0,1 0,-2 0,0 0,0-1,0 1,0 0,-1-2,2 1,0 1,-1-1,-1-2,-1-1,-2 0,0 1,0-1,0 0,-2 0,-2 1,1 0,-1 0,-1 2,2 1,-1 0,0 0,0-1,1 0,-3-1,3 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1478 392,'-4'-1,"1"1,0 0,0 0,0 3,1 1,-1-2,2 4,-1-3,2 0,0 4,3-5,0-1,0-1,0 0,0 0,0 0,1 0,-2-3,-2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1488 393,'0'3,"0"0,0 0,0 0,0 0,0 0,0 0,0 0,0 0,0 0,0 0,3-3,4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1510 395,'0'5,"0"-1,0 1,0-1,0 0,0-1,0 0,0 0,0 1,3-2,0-3,-3-2,2 0,-2 0,1 0,-1-1,0 1,2 0,-1 0,1 0,-1 0,2 0,-1-2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1513 408,'3'1,"0"2,0-2,0-1,0 3,1-1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1477 498,'0'4,"0"2,0 8,0-9,0-2,0 2,0 0,0-2,0 3,0-3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1472 512,'3'-2,"0"-1,0 2,0-1,0 1,0 1,1-2,0 2,-3 4,-1-1,0 0,0 0,-3-2,0 2,0-1,0-2,0 0,0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1508 517,'0'4,"0"-1,0 0,0 1,0-1,0 0,0 0,4-2,-1-1,0 0,0 0,1 0,-2-3,-2 0,0-2,0 2,0-1,0 1,-3 0,0 0,0 3,0 0,0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1545 544,'3'1,"0"-2,1 0,-1 0,0 1,0 0,7-2,-7 2,1-1,3 1,-4 0,0 0,0 0,0 0,1 0,-1 0,0 0,1 0,1 0,-2 0,1 0,-1 0,0 0,0 0,1 0,2 0,-3 0,7 1,-7 1,1-2,-1 0,0 0,0 0,2 0,-2 0,0 0,1 1,-1-1,0 0,0 0,0 0,1 0,-1 0,0 0,0 0,0 0,0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1703 229,'1'4,"1"2,-1-3,1 2,-2-1,0-1,1 3,-1-3,2 0,-2 0,1 0,-1 4,1-4,0 0,-1 0,0 1,0 0,0-1,1 0,-1 2,0-1,0-1,0 0,0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1707 310,'0'5,"1"-1,-1-1,4-1,-1-2,0 0,0-1,-3-2,3-1,-1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1715 545,'0'-3,"0"0,0-1,0 1,0 0,0 0,0 0,0 0,0 0,0-1,0 1,0 0,0-1,0 0,1 1,-1 0,0-1,0 1,0-1,2 1,-2-1,1 7,-1 0,0 2,0-2,0 1,0-1,0 1,0 1,-1-2,1 0,0 2,0-2,0 0,-2 0,2 1,0-1,0 0,0 0,0 0,2 3,1-4,0-2,2 0,-2 0,3 0,0 0,2 0,0 0,-5 0,2 0,-2 0,1 0,0 0,1 0,1 0,-3 0,0 0,2 0,-2 0,0 0,0 0,1 0,3 0,-4 0,0 0,1 0,-1 0,3 0,-3 0,1 0,-1 0,0 0,0 0,0 0,0 0,1 0,-1 0,0 0,0 0,1 0,-1 0,0 1,0-1,-6-4,2 1,0 0,0 0,1 0,0 0,0 0,0 0,0-1,0 1,0-2,0 2,0 0,1 0,-1-2,0 2,1 0,1 0,0 0,-2 0,0-1,2 1,-1 0,-1 7,2-1,-2 0,0 0,0 0,0 0,0 0,0 0,0 0,0 0,0 1,0 0,1 0,-1-1,0 0,0 0,0 1,0-1,0 0,0 0,0 0,-2 0,1 1,1-1,5-3,-2 0,0 0,0 0,0 0,1 0,-1 0,3 0,1 0,-1-1,-3 1,0 0,1 0,-1 0,0-1,3 1,-1 0,-2 0,1 0,-1 0,1-2,-1 2,1 0,-1 0,2 0,1 0,0 0,2 0,-5 0,0 0,0 0,0 0,1 0,0 0,-1 0,2 0,-2 0,0 0,1 0,-1 1,0 0,0-1,-6-1,3-3,-2 1,1 0,1 0,0-1,0 1,0 0,0-2,0 2,0 0,0 0,0 0,0-1,0 1,0 0,0-2,0 1,1 1,-1 6,0 0,0 0,0 0,2 0,-2 3,0-3,0 1,1 0,-1 1,0-2,1 3,0-3,-1 1,1-1,1 0,-2 0,2 0,1-3,1 0,1 0,0-2,5 2,-7 0,4 0,-4 0,1 0,0 0,-1 0,6 0,-6 0,0 0,0 0,1 0,-1 0,0 0,0 0,0 0,1 0,-1 0,0 0,1 0,0 0,0 0,-1 0,0 0,0 0,0 0,0 0,3 0,-3 0,0 0,0 0,0 1,0 0,0-1,0 0,0 2,0-2,0 1,0 1,-2-6,-1 1,0 0,0 0,0 0,-1 0,1 0,0 0,0 0,0-1,0-1,0 2,0-2,0 2,0-1,0 1,0 0,0 0,0 0,1 0,0 6,-1 5,0-5,0 0,0 0,0 0,0 0,0 3,0-3,0 0,1 1,1-1,-2 0,1 0,-1 0,2 0,2-3,1 0,3-2,-5 2,3 0,1-2,-3 2,0 0,-1-2,2 2,-1 0,-1 0,1 0,0 0,-1 0,0 0,11 0,-9 0,-2 0,0 0,0 0,3 0,-3 0,0 0,1 0,-1 0,1 0,0 0,0 0,0 0,-1 2,0-2,0 1,0-1,3 0,-3 2,0-2,1 0,-1 1,0 1,0-1,1 1,-1-2,0 0,0 2,-3-5,-2-1,2 1,-1 0,1 0,0 0,0 0,-2 0,2 0,0 0,0 0,0-1,0 1,0 0,0-1,0 1,0-2,0 2,0 0,0 7,0-1,0 0,2 1,-2-1,0 0,1 3,-1-2,2-1,-2 0,1 1,-1-1,0 0,2 0,-2 0,0 0,0 0,0 1,0-1,4-2,0-3,-1 1,2-2,-2 3,2-2,-2 2,0 0,0 0,0 0,0 0,1 0,-1 0,0 0,0 0,0 0,0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1480 602,'-3'0,"-1"0,0 0,0 7,3-3,-1 0,0-1,0 1,2-1,0 0,0 2,1-2,3-3,-1 0,3 0,-1 0,-2 0,1 0,0 0,-1-1,0-1,-1-1,0 0,0-2,-2 2,0 0,0 0,-1 0,0 0,-2 2,0 0,0-2,0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1481 620,'3'1,"0"-1,0 3,0-2,0 2,0 0,0-1,2 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1520 622,'-4'0,"3"3,-1 0,2 0,0 0,0 0,2 0,2-3,-1 0,0 0,0 0,1 0,-2-3,-2 0,2 0,-2 0,0 0,-3 1,-1 1,1 1,0 0,-1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1546 633,'3'0,"0"0,0 0,0 0,0 0,1 0,0 0,0 0,2-1,-3 1,0 0,1-1,0 0,-1 1,0 0,0 0,0 0,1 0,-1 0,0 0,0 0,2 0,-2 0,0 0,1 0,2 0,-1 0,-1 0,1 0,1 0,-3 0,1 0,0 0,-1 0,0 0,0 0,2 0,-2 0,0 0,2 0,-2 0,0 0,0 0,0 0,2 0,0 0,-2 0,0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1724 635,'0'-3,"0"-1,0 1,0 0,0 0,0 0,0 0,0-1,0 1,0-3,0 3,2 0,-2-1,1 0,-1 1,0-1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1722 577,'4'0,"-1"0,1 0,-1 0,0 0,0 0,0 0,1 0,-1 0,0 0,0 0,2 0,-2 0,3 0,-3 0,0 0,1 0,-1 0,0 0,1 0,-1 0,0 0,1 0,-1 0,1 0,1 1,-2-1,0 0,1 2,0-2,-1 0,2 0,-2 0,3 1,-3-1,0 0,0 1,0 0,1-1,2 0,-3 1,2-1,-2 0,0 0,2 0,-2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1890 577,'1'3,"-1"0,0 0,0 0,0 0,0 0,0 1,2-1,-2 0,0 0,0 1,0-1,0 0,0 0,0 0,0 1,0-1,0 0,0 0,0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1891 638,'4'-2,"1"2,-2 0,0 0,1 0,-1 0,0 0,0 0,0 0,0 0,1 0,1 0,1 0,-1 0,-1 0,-1 0,2 0,-2 0,0 0,1 0,-1 0,0 0,0 0,0 0,2 0,-2 0,0 0,0 0,4 0,-4 0,0 0,0 0,0 1,0-1,0 0,2 0,-2 2,0-2,0 0,1 1,-1-1,0 0,1 1,0 0,-1-1,-2-4,-1 1,0 0,0 0,0 0,0-1,0 1,0 0,0 0,0 0,0-1,0 0,0 1,0-1,0 1,0 0,0 0,5 1,-2 2,1 0,-1 0,3 0,-3 0,2 0,-2 0,7 2,-7-1,0 1,0-2,0 1,0-1,0 0,5 0,-5 0,0 0,0 0,2 0,-1 0,-1 0,0 0,0 0,0 0,1 0,-1 0,0 0,2-1,-2 1,0 0,0 0,1 0,-1 0,0-1,0 0,0 1,1 0,-1 0,3 0,-2-1,-1 1,1 0,-1 0,0 0,1 0,-1-1,0 1,-3 3,0 0,0 0,0 0,0 2,1-2,-1 1,0-1,0 0,2 0,-2 3,0-3,1 1,-1-1,0 0,0 0,0 1,1 0,2-4,0-2,0 1,3-1,-3 2,0 0,0 0,0 0,2 0,-1 0,7 0,-6 0,-2 0,0 0,1 0,-1 0,0 0,0 0,0 0,1 0,0 0,-1 0,2 0,-2 0,5 0,-2 0,-1 0,1 0,-1 0,-2 0,0 0,0 0,1 0,-1 0,0 0,0 0,0 0,2 0,-2 0,0 0,0 0,0 0,0 0,0 0,0 0,-2-3,-1-1,0 1,0 0,0 0,0 0,0 0,-1 0,1 0,0-1,0 1,0 0,0 0,0 0,0-1,0 0,0 0,0 1,3 1,0 2,1 0,-1 0,0 0,0 0,0 0,0 0,1 0,-1 0,0 1,0-1,0 0,0 2,1-2,-1 0,0 1,2-1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1583 594,'-2'3,"0"0,2 0,-2 0,2 0,0 0,0 0,0 0,4-1,-1-2,0 0,0 0,0 0,0-1,-1-3,0-1,-2 1,0 1,0 0,-3 2,0 1,0 0,0-2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1695 588,'-3'0,"0"0,-1 0,0 3,-2 0,4 0,2 1,0 0,4-2,-1-2,0 0,0 0,0 0,0-1,-3-2,1-1,0 0,0 1,-4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1773 593,'-1'3,"1"3,0 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1846 590,'0'4,"0"0,0-1,3 2,-3-1,1 0,-1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1945 596,'-3'0,"0"0,-1 3,2 0,2 0,0 0,0 0,3-2,1 1,2-2,-3 0,0 0,1 0,-3-4,-1 1,0 0,0 0,-2 0,-1-2,-1 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2010 592,'-1'3,"-1"0,2 1,-2-1,2 0,3 0,0-2,3 1,-3-2,0 0,0 0,1 0,-2-4,-2 1,0 0,0 0,0 0,-1-1,-2 1,1 0,-2 1,1 2,0 0,0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2105 602,'0'3,"0"1,0-1,0 0,0 0,1 1,0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2189 601,'0'4,"0"-1,0 1,0 2,0-3,0 1,0-1,0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2273 598,'-2'3,"2"0,-3-2,3 2,0 0,0 0,4-2,-1-1,0 0,0 0,0 0,-2-4,0 0,-1 1,0 0,0 0,-4 3,1-3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2363 601,'-4'0,"1"1,1 2,1 1,1 0,0-1,4-1,-1-2,1-3,0-1,0 2,-1 2,3-3,-9 2,0 1,-2 0,2 0,0 0,0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2450 607,'0'4,"0"0,0-1,0 0,0 1,0 3,0-2,1-2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70c0"/>
      <inkml:brushProperty name="ignorePressure" value="0"/>
    </inkml:brush>
  </inkml:definitions>
  <inkml:trace contextRef="#ctx0" brushRef="#br0">165 1396,'2'0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868 1218,'2'0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1381 348,'-9'7,"1"2,-1 4,-5 1,7-5,-3 6,0-2,5 1,-3 3,0 0,7-13,1 3,-3 0,2 3,1 1,-3 3,3-11,0 3,0-3,0 3,0 4,0-2,0 0,0-5,0 6,0-4,0-1,0 0,3 0,-1 2,1-4,0-1,0-1,2 2,1 1,-3-2,1 1,4-1,-5 0,3 0,-3-1,2 0,0 0,-2 0,0-1,2-5,0 3,-3 0,-1-1,2-2,0 0,-2 0,3-2,-2 3,-2-6,1 4,2 4,-3-3,1 1,3-5,-1 3,-2 0,-1 0,0 3,0 1,3-3,-3 2,0-1,0 1,-3-3,3 4,-3-3,3 0,-1 1,1 1,0-2,-3-2,3 1,-1 4,1-1,0-1,0 2,0 0,0 0,0-5,0 2,0 3,0 0,0-1,0-1,0 2,-3-5,3 5,-1-2,-1 2,-1-6,2 6,1 0,-2 0,-1 1,0-1,-1-1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663 531,'0'6,"0"-3,0 7,0 2,0 2,0-6,0-2,0 4,0 4,-3-11,3 3,-1 9,-1-10,1 5,1-7,0 0,0 0,0 0,0 0,0 0,0 0,0 1,0 0,0 3,0-4,0 2,0-2,-1 2,-3-1,-3 0,2-1,2 0,0 0,-1 1,-1 1,4-2,1-8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615 663,'0'4,"0"0,0 0,0 2,0-2,0 2,-5 5,5 3,-1-10,1 1,0-2,0 3,0-3,0 0,0 0,3-3,15-5,-11 3,-3 1,3-2,-1 0,-2 2,-1-1,0 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1477 714,'-3'2,"3"1,0 0,0 0,0 0,0 3,0-3,0 0,0 0,0 1,0-1,0 0,0 0,0 2,0-2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1471 710,'3'-2,"1"1,-1 1,0-1,0 1,1 0,0 0,-1 0,1 1,-3 2,0 1,-1 1,0-2,0 0,-1 1,-2-2,0-2,0 0,0 1,0-1,-2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1511 738,'-1'4,"1"0,0-1,0 0,0 1,0-1,0 0,0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624 824,'2'10,"0"-3,2 1,1 7,-3-12,-1 3,2-1,-2 2,4 4,3 6,-4-13,-1 2,-1-1,1 0,1 2,-1-2,-1 2,1-2,-2-2,2 5,6 12,-7-17,2 3,-3-1,-1-1,5 6,0-1,-3-2,0-3,3 8,-1-7,-1 3,-2-3,2-2,-1 1,0-1,2 3,-1-1,-1-2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735 1081,'0'3,"0"1,3-1,0 0,0-2,-3-6,0 1,0-1,0 2,0 0,0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746 1122,'-3'3,"1"3,1-2,-1 0,2-1,-1 0,1 2,0 1,0-1,1-2,8 5,-6-6,3-1,-3-1,7 0,-7 0,0 0,0-3,0-2,-2 2,-1-2,0 1,0 1,0 0,0 0,-2 0,-1 0,0 0,-1 3,-1 0,0-1,1-1,1 2,0 0,0 0,0-1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759 1148,'3'0,"0"0,1 0,-1 0,2 2,-3 1,3 0,-2-2,0 1,1 0,-1 1,0 2,1-3,5 5,-8-4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813 1153,'-2'4,"2"1,0-2,0 3,0-3,3-2,1-1,-1 0,1 0,1 0,-1 0,-3-3,-1 0,0-1,-6 0,3 4,0-1,-1 0,1 0,0 1,-1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1546 749,'3'0,"0"0,0 0,0 0,0 0,2 0,0 0,-2 0,1 0,-1 0,3 0,-2 0,-1 0,0 0,1 0,-1 0,0 0,0 0,1 0,1 0,-1 0,2 0,0 0,-3 0,1 0,-1 0,0 0,1 0,1 0,-2 0,3 0,1 0,-4 0,6 0,-4 0,-2 0,0 0,0 0,0 0,0 0,1 0,1 0,1 0,-2 0,-1 0,1 0,-1 0,0 0,0 0,2 0,-1 0,-1 0,0 0,2 0,-2 0,0 0,0 0,0 0,1 0,-1 0,0 0,3 0,5 0,-8 0,1 0,-1 0,0 0,2 0,-2 0,0 0,0 0,1 0,-1 0,0 0,0 0,0 0,0 0,0 0,1 0,0 0,0 0,-1 0,0 0,0 0,1 0,-1 0,0 0,0 0,0 0,0 0,-2-4,-1 1,0 0,0 0,0-1,0 1,0 0,0 0,0 0,0-4,1 4,-1 0,1 0,-1 0,0 0,0 0,0-1,0 1,0 0,0 0,0 0,0 7,0 0,0-1,0 1,1 3,0-4,-1 0,1 0,1 0,-2 0,0 0,0 0,0 2,1 0,1-1,-2-1,0 0,0 0,-1 1,0-1,0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1894 750,'4'0,"-1"0,0 0,4 0,1 0,-5 0,0 0,4 0,-4 0,2 0,-2 0,1 0,0 0,-1 0,1 0,0 0,0 0,-1 0,0 0,0 0,0 0,1 0,-1 0,2 0,-1 0,-1 0,0 0,0 0,0 0,1 0,-1 0,1 0,2 0,-3 0,5 0,-5 0,1 0,4 0,-5 0,6 0,-1 0,-2 0,-3 0,0 0,0 0,1 0,0 0,-1 0,1 0,1 0,-2 0,0 1,1-1,2 0,-2 3,-1-3,3 1,-1-1,-2 0,0 0,3 1,-2 0,0-1,0 2,-1-1,0-1,3 0,-3 0,1 0,1 0,-2 0,0 0,0-3,0 0,2 3,-2 0,4 0,-4 0,0-2,0 2,0 0,1 0,-4-4,0 1,0 0,0 0,0-1,0-1,0 2,0 0,0 0,0 0,0 0,0 0,0-2,0 2,0-1,0 0,0 1,0 0,0 7,0-1,1 1,-1 0,0-1,3-1,-3 1,0 1,0-1,0 1,0-1,2 1,-1 0,-1-1,0 0,0 0,0 1,0-1,3 1,0-2,1-2,-1 0,0 0,1 0,0 0,-1 0,0 0,0 0,5 0,-5 0,0 0,0 0,1 0,1 0,-2 0,0 0,0 0,1 0,-1 0,1 0,1 0,-2 0,0 0,0 0,1 0,-1 0,0 0,3 0,-3 0,1 0,1 0,-2 0,0 0,0 0,3 0,-1 0,-2 0,0 0,1 0,-1 0,0 0,0 0,0 0,0 0,0 0,1 0,0 0,0 0,0 0,0 0,-1 0,0 0,2 0,-2 0,0 1,0 1,1-1,-1 1,0-2,0 0,0 0,1 0,-2-4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1482 838,'-5'-1,"2"8,2-4,0 1,-1-1,-1 1,1-1,1 1,-1-1,2 3,0 0,-1-3,1 1,0-1,3-1,0-2,0 0,0 0,2 0,-2 0,0 0,0 0,0 0,0-1,0-1,2-2,-3 1,0-3,0 1,-1-1,-1 3,0 0,0-1,0 1,0 0,-1-3,0 3,-1-3,-1 6,0 0,0 0,0 0,-2 1,3 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1481 871,'4'-1,"2"2,-4 2,1-1,1 1,0 2,-1-3,0-2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1519 860,'1'6,"-1"-3,0 0,0 0,0 1,0-1,0 0,0 2,0-2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1546 889,'4'0,"-1"0,0 0,9 0,-3 0,-6 0,2 0,-1 0,0 0,0 0,-1 0,0 0,3 0,-3 0,0 0,1 0,-1 0,13 0,-12 0,0 0,-1 0,3 0,-3 0,1 0,-1 0,0 0,2 0,-2 0,2 0,1 0,2 0,2 0,-4 0,-3 0,3 0,-3 0,1 0,1 0,0 0,2 0,-4 0,6 0,-6 0,2 0,-2 0,0 0,0 0,0 0,0 0,4 0,2 0,-6 0,0 0,0 0,0 0,0 0,1 0,-1 0,0 0,0 0,1 0,-1 0,1 0,-1 0,2 0,-2 0,2 0,-2 0,0 0,0 0,2 0,-2 0,0 0,0 0,0 0,1 0,-1 0,0 0,0 0,0 0,1 0,-5-4,1 1,0-2,0 0,0 2,0 0,3-3,-3 3,0 0,0 0,1 0,-1 0,0-1,0 1,0 0,0 0,0-2,0 2,0 0,0 0,0 0,0 0,4 2,0-1,2 2,-3 0,1 0,-1 0,0 0,0 0,2 0,4 0,-3 0,-2 0,1 0,-2 0,0 0,2 0,-2 0,1 0,0 0,0 0,0 0,0 0,-1 0,1 0,-1 0,0 0,0 0,0 0,2 0,-2 0,3 0,-2 1,-1-1,3 0,-2 0,1 0,-1 0,-1 0,3 0,-1 0,0 2,4-2,-5 1,-1-1,1 0,-1 0,0 2,2-2,-1 0,2 0,-3 0,2 0,-2 0,3 0,-3 0,0 0,2 0,-2 0,2 0,-1 0,3 0,-3 0,0 0,-1 0,4 0,-4 0,1 0,-1 0,1 0,0 0,-1 0,0 0,0 0,1 0,0 0,-1 1,1-1,-1 0,0 0,0 0,2 0,-2 0,-2 4,-2-1,1 0,0 0,0 0,0 0,0 0,0 1,0-1,-2 2,2-2,0 0,0 0,0 0,0 2,0-1,0-1,0 1,0-1,0 0,0 0,1 0,2-1,1-4,-1 2,1 0,-1 0,3 0,-3 0,7 0,-5 0,-1 0,1 0,-2 0,5 0,-5 0,1 0,2 0,-1 0,-2 0,3 0,-3 0,2 0,4 0,-6 0,1 0,-1 0,3 0,-2 0,1-1,-2 1,0 0,1 0,2 0,0-2,4 2,-6 0,-1 0,0 0,0 0,0 0,2-1,-1 1,2 0,4-3,-5 3,-2 0,0 0,1 0,-1 0,0 0,0 0,0 0,0 0,0 0,1 0,-1 0,-11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1580 834,'-3'0,"0"6,2 4,1-6,0 1,-2-2,2 1,0-1,4 0,2-3,-2 0,1 0,-2 0,0 0,-2-4,-1 1,0 0,0 0,0 0,0-1,-1 0,-2 1,-1 2,1-1,0 1,-2-1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1666 840,'1'4,"-1"9,-1-10,1 1,0-1,0 0,3 0,1-2,0 1,1-2,-2 0,2 0,-2-3,3-4,-5 4,-1 0,0-3,0 3,0-2,-2 2,-1 3,-2-2,-4-3,5 4,0 0,1 0,-1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1768 839,'-5'2,"3"1,1 2,1-1,-1-1,2 1,2-1,4-3,-4 2,0-2,0 0,1-2,-2-2,-2 1,0-2,0 2,0-1,0 1,0-1,-4 3,0-1,1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1862 838,'-4'2,"-2"3,4-2,-1 1,2-1,1 1,-1 0,0-1,1 0,0 0,3-2,0 1,0-2,0 0,0 0,1-2,-2-1,-1 0,1 0,-2-1,0 0,0 1,0-1,0 1,0 0,-3 1,0 0,0 2,0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1947 832,'0'4,"0"2,0-3,0 1,0 0,0 0,0-1,1 1,0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2018 831,'2'5,"-2"-1,0 1,0-2,0 0,0 0,0 0,1 0,-1 1,1-1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2102 840,'1'4,"-1"2,2-2,-2 2,0-3,1 1,-1-1,0 0,2 2,-2-1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2193 834,'2'3,"-2"1,0 1,2 0,-2 0,1 0,-1 0,2-2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2283 835,'-3'0,"-1"0,1 0,-3 0,3 1,1 3,-1-2,3 2,0-1,0 0,0 0,0 0,0 0,3-2,0 1,0-1,0 1,1-2,-1 0,0 0,1 0,0 0,-2-4,-2 1,0 0,0 0,-5-2,0 2,2 0,0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2374 830,'-4'0,"1"3,0 0,0-1,3 6,0-5,2 2,1-1,0-4,1 1,-1-1,1 0,-1 0,2 0,-1-1,-4-2,0 0,0 0,0 0,0 0,-5-3,1 3,0 0,1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00b0f0"/>
      <inkml:brushProperty name="ignorePressure" value="0"/>
    </inkml:brush>
  </inkml:definitions>
  <inkml:trace contextRef="#ctx0" brushRef="#br0">2457 825,'-4'3,"3"0,-2-1,2 1,0 0,1 1,0 0,4-3,-1-1,0 0,0 0,2 0,-2 0,0-1,-1-2,-1 0,-1 0,0 0,0 0,0-2,0 2,-3 2,0 1,-1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836 1326,'0'3,"0"3,0-3,0 1,0-1,0 0,0 2,0-1,0-1,0 1,0-1,0 1,0-1,3-1,0-2,2 0,-2 0,1 0,0 0,-1 0,0 0,-3-3,0-2,0 2,0 0,0-1,0 1,0 0,0 0,-2 0,-1 2,1-2,-1 0,-1-1,1 4,1-3,-2 2,-1 0,2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1392 1324,'1'3,"-4"1,1-1,-1 3,2-3,-1 3,2-3,0 3,0-1,0 1,0-3,0 0,0 0,2 1,5 5,-3-6,1-3,0 0,-1 0,2 0,0 0,-3 0,-3-3,2-1,-2 1,0 0,0 0,0 0,0 0,-2 0,-1 0,0-4,2 2,-2 3,1-1,-2-1,2 1,-1 1,-1 1,0-1,-4-1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1905 1348,'-3'0,"-1"0,1 2,2 1,-1 0,1 1,1 1,0-2,-2 1,2-1,1 0,3-2,1-1,-2 0,0 0,0 0,2 0,-1-1,-1-1,2-2,-2 1,1-1,4-4,1 4,-3-3,-4 4,-6 1,0 2,0-1,0 1,1 0,-1 0,1 0,-1 0,-1 0,1 0,-1 0,2 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2388 1304,'1'3,"-1"0,0 2,-3-2,3 1,0-1,0 0,0 2,0-1,0-1,3-2,1 3,-1-3,1 0,0-1,1 0,-2 0,0 0,0 0,1 0,1-1,4-6,-5 6,4-2,-6 0,1 1,-2-3,-1 0,0 2,0-1,-3 1,1 0,-2 0,1 1,0 1,1-2,-1 3,-1 0,0 0,-1 0,2 0,0 0,-1 0,1 0,-2 0,2 1,-1 2,-3 1,2 0,0-1,0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127 1146,'3'0,"3"0,-2 0,-1 0,0 0,0 0,1 0,-1 0,0 0,2 0,-2 0,0 0,0 0,2 0,-2 0,0 0,0 0,0 0,0 0,1 0,-1 0,0 0,0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198 1146,'-1'3,"3"1,-1-1,-1 0,0 0,0 0,0 0,0 0,2 0,1 2,-3 8,0-10,0 0,3-1,-2 1,1 0,1 5,-3 2,0-7,0 4,0-4,3-2,1-1,-1 0,0 0,1 0,-1 0,0 0,5 0,-4 0,2 0,1 0,-4 0,1 0,0 0,-1 0,0 1,1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549 904,'3'-3,"0"1,1-8,5-10,-7 15,-1 1,1 0,-2-2,1 0,-1 3,0-1,0 1,0-1,0 7,0 6,0-1,-1-4,1 3,-3 6,1-5,0-1,2-3,-1 0,1 0,0-1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1070 909,'3'-7,"-1"1,-1 1,-1-1,3-2,-3 3,3 2,-3 0,0-2,0 2,1 0,-1-2,0 2,0 6,0 6,0-4,0 0,0-1,0 0,0 1,0-2,0 0,0 2,0-2,0 0,0 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1570 894,'1'-5,"-1"0,0-2,0-4,2 3,0 3,-2 2,0 0,1 0,-1 0,2 7,-2 0,1 1,-1 0,0 5,0-4,0-2,0-1,2 1,-1-1,-1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2157 927,'0'-3,"0"-3,0 2,0-2,3 0,-2 1,2 0,-2 2,1 0,-2 0,4-5,-3 4,1 0,-2 1,2 0,-2-1,0 10,0-1,-1 1,1 0,-3 3,1 1,-2-1,4-4,0 1,-2-3,2 1,0-1,0 2,0-2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867 482,'1'4,"-1"0,0 2,0 0,-2-3,2 0,0 0,0 1,0-1,0 0,0 0,0 0,0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809 1371,'-1'-4,"7"-1,-1 2,-1-1,-1 2,2-2,2 0,-4 0,4 0,-4 2,1 1,-1 1,0-3,0 3,2-2,0-1,0 0,-1 0,0 2,-1-1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933 1321,'0'3,"0"1,0-1,2 3,-2-2,0-1,0 0,0 1,0-1,0 4,0-4,0 0,2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860 452,'-4'0,"1"0,0 0,-1 0,0 4,-1 0,-10 9,12-8,1-2,1 0,1 0,-3-1,3 3,0-2,0 2,0-2,0 3,0-1,0-2,1 2,-1 2,2-3,2-1,1 3,-2-5,0 2,0-3,1 2,0-2,-1 0,0 0,2 0,-1 0,-1 0,0 0,0 0,0 0,0 0,0 0,3-2,-3 0,7-4,-5 4,-1 0,1 0,-1-2,3-1,-3 1,-2 1,-1 0,1-2,-2-1,0 3,0 0,0 0,0-2,0 2,0 0,0-8,0 6,0 2,-1 0,-1 0,-3-1,0 4,0-3,-1 0,0 1,2 1,-1-1,2 2,-1 0,1 0,0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984 565,'3'0,"0"0,0 0,0 0,0 0,1 0,0 0,0 0,1 0,-2 0,0 0,0 0,0 0,1 0,-1 0,0 0,0 0,2 0,-2 0,0 0,0 0,1 0,-1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983 568,'-1'3,"1"0,0 0,0 0,0 0,0 0,0 0,0 2,0-2,0 1,0-1,2 1,-1-1,-1 0,2 0,-2 2,1-2,1 0,-2 0,0 0,0 1,0-1,0 0,-2 0,1 2,5-4,-1-1,0 0,0 0,1 0,0 0,-1 0,0 0,3 0,-1 0,-2 0,0 0,0 0,0 1,1-1,0 0,0 0,-1 2,0-2,2 1,-2-1,0 1,0-1,2 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1073 503,'-3'0,"0"0,0 0,0 0,0 0,-3 0,2 0,-1 2,-2 2,4-3,-3 1,-1 2,4-3,0 2,1 0,-1-1,0 1,0-1,-7 5,7-4,-1 1,0 3,0-2,1-1,-2 0,1 4,3-3,-1-1,2-1,0 4,-3-2,0 2,3-1,0-2,0 0,0-1,0 1,3 2,-2 0,1 0,-1-3,-1 1,3 0,0-1,-2 0,3 4,0-3,0-1,-2 0,2-1,-1 0,1 2,1-2,-1-1,-1 0,2 2,-2-3,0 2,0-2,2 0,1 0,5-3,-4-2,-2 3,-2-2,0 1,0 0,-1-1,2-1,-4 0,4 0,-3 2,1 0,1-1,-2 1,2 0,-3-4,3 0,1 0,-3 4,-1-1,0 0,0 1,0-2,0 2,0-2,0 2,0-1,-1-1,-1 2,2 0,0-1,-1-2,-2 3,1-1,2 0,0 0,0 1,-1 0,-1-4,0 4,0-1,-6-1,5 3,0 0,-1 1,1-1,0 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792 563,'4'-1,"1"-3,0 0,-2 2,1 0,6-7,-7 7,3 0,-3-1,0 2,1-2,5-1,-2-1,-4 2,0 1,1 1,0-2,1 0,0 2,15-7,-15 4,-2 3,2 0,-2-1,0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830 351,'-5'1,"4"8,-1-4,0-1,2 0,-2 2,2 1,0-4,0 3,1-1,2-2,1-1,0-1,1 1,-2-2,5 0,-5 0,0 0,0 0,0 0,1 0,0-1,-3-2,-1-3,0 3,0 0,0-1,0-1,-1 2,-1 0,-2 0,0 0,1 0,-1-1,1 0,-3 1,3 3,0-1,0 1,0-2,0 2,0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1366 1403,'2'-3,"2"-3,0-1,-3 0,4 0,2-2,-3 6,3-6,-3 3,7-1,-4 1,-4 4,0-2,0 1,0 1,-1-1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1288 1306,'0'4,"0"-1,0 1,0 0,0 2,0-3,0 5,0-2,0-3,0 1,0 0,0-1,0 0,1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903 1365,'3'0,"2"-3,-2 1,2-3,1 0,3-1,0 0,2 0,-1 1,-3 1,0 0,0 1,-3-1,-1 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5-03T14:5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954 1394,'-3'0,"0"0,0 1,-4 2,4-1,-4-1,4 1,1 2,-1 0,1 0,6 1,0-4,-1 0,1 1,1-2,-2 0,0 2,1-2,-1 0,0 0,4 0,-1 0,0 0,0 0,0 0,-3 0,0 0,1-1,-3-2,-1 0,0-1,-1-1,-5 0,4 1,0 1,-3 1,1 1,1 1,0-2,0 2,0 0,0 0,0 0,0 0,-1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image" Target="../media/image50.png"/><Relationship Id="rId98" Type="http://schemas.openxmlformats.org/officeDocument/2006/relationships/customXml" Target="../ink/ink49.xml"/><Relationship Id="rId97" Type="http://schemas.openxmlformats.org/officeDocument/2006/relationships/image" Target="../media/image49.png"/><Relationship Id="rId96" Type="http://schemas.openxmlformats.org/officeDocument/2006/relationships/customXml" Target="../ink/ink48.xml"/><Relationship Id="rId95" Type="http://schemas.openxmlformats.org/officeDocument/2006/relationships/image" Target="../media/image48.png"/><Relationship Id="rId94" Type="http://schemas.openxmlformats.org/officeDocument/2006/relationships/customXml" Target="../ink/ink47.xml"/><Relationship Id="rId93" Type="http://schemas.openxmlformats.org/officeDocument/2006/relationships/image" Target="../media/image47.png"/><Relationship Id="rId92" Type="http://schemas.openxmlformats.org/officeDocument/2006/relationships/customXml" Target="../ink/ink46.xml"/><Relationship Id="rId91" Type="http://schemas.openxmlformats.org/officeDocument/2006/relationships/image" Target="../media/image46.png"/><Relationship Id="rId90" Type="http://schemas.openxmlformats.org/officeDocument/2006/relationships/customXml" Target="../ink/ink45.xml"/><Relationship Id="rId9" Type="http://schemas.openxmlformats.org/officeDocument/2006/relationships/image" Target="../media/image5.png"/><Relationship Id="rId89" Type="http://schemas.openxmlformats.org/officeDocument/2006/relationships/image" Target="../media/image45.png"/><Relationship Id="rId88" Type="http://schemas.openxmlformats.org/officeDocument/2006/relationships/customXml" Target="../ink/ink44.xml"/><Relationship Id="rId87" Type="http://schemas.openxmlformats.org/officeDocument/2006/relationships/image" Target="../media/image44.png"/><Relationship Id="rId86" Type="http://schemas.openxmlformats.org/officeDocument/2006/relationships/customXml" Target="../ink/ink43.xml"/><Relationship Id="rId85" Type="http://schemas.openxmlformats.org/officeDocument/2006/relationships/image" Target="../media/image43.png"/><Relationship Id="rId84" Type="http://schemas.openxmlformats.org/officeDocument/2006/relationships/customXml" Target="../ink/ink42.xml"/><Relationship Id="rId83" Type="http://schemas.openxmlformats.org/officeDocument/2006/relationships/image" Target="../media/image42.png"/><Relationship Id="rId82" Type="http://schemas.openxmlformats.org/officeDocument/2006/relationships/customXml" Target="../ink/ink41.xml"/><Relationship Id="rId81" Type="http://schemas.openxmlformats.org/officeDocument/2006/relationships/image" Target="../media/image41.png"/><Relationship Id="rId80" Type="http://schemas.openxmlformats.org/officeDocument/2006/relationships/customXml" Target="../ink/ink40.xml"/><Relationship Id="rId8" Type="http://schemas.openxmlformats.org/officeDocument/2006/relationships/customXml" Target="../ink/ink4.xml"/><Relationship Id="rId79" Type="http://schemas.openxmlformats.org/officeDocument/2006/relationships/image" Target="../media/image40.png"/><Relationship Id="rId78" Type="http://schemas.openxmlformats.org/officeDocument/2006/relationships/customXml" Target="../ink/ink39.xml"/><Relationship Id="rId77" Type="http://schemas.openxmlformats.org/officeDocument/2006/relationships/image" Target="../media/image39.png"/><Relationship Id="rId76" Type="http://schemas.openxmlformats.org/officeDocument/2006/relationships/customXml" Target="../ink/ink38.xml"/><Relationship Id="rId75" Type="http://schemas.openxmlformats.org/officeDocument/2006/relationships/image" Target="../media/image38.png"/><Relationship Id="rId74" Type="http://schemas.openxmlformats.org/officeDocument/2006/relationships/customXml" Target="../ink/ink37.xml"/><Relationship Id="rId73" Type="http://schemas.openxmlformats.org/officeDocument/2006/relationships/image" Target="../media/image37.png"/><Relationship Id="rId72" Type="http://schemas.openxmlformats.org/officeDocument/2006/relationships/customXml" Target="../ink/ink36.xml"/><Relationship Id="rId71" Type="http://schemas.openxmlformats.org/officeDocument/2006/relationships/image" Target="../media/image36.png"/><Relationship Id="rId70" Type="http://schemas.openxmlformats.org/officeDocument/2006/relationships/customXml" Target="../ink/ink35.xml"/><Relationship Id="rId7" Type="http://schemas.openxmlformats.org/officeDocument/2006/relationships/image" Target="../media/image4.png"/><Relationship Id="rId69" Type="http://schemas.openxmlformats.org/officeDocument/2006/relationships/image" Target="../media/image35.png"/><Relationship Id="rId68" Type="http://schemas.openxmlformats.org/officeDocument/2006/relationships/customXml" Target="../ink/ink34.xml"/><Relationship Id="rId67" Type="http://schemas.openxmlformats.org/officeDocument/2006/relationships/image" Target="../media/image34.png"/><Relationship Id="rId66" Type="http://schemas.openxmlformats.org/officeDocument/2006/relationships/customXml" Target="../ink/ink33.xml"/><Relationship Id="rId65" Type="http://schemas.openxmlformats.org/officeDocument/2006/relationships/image" Target="../media/image33.png"/><Relationship Id="rId64" Type="http://schemas.openxmlformats.org/officeDocument/2006/relationships/customXml" Target="../ink/ink32.xml"/><Relationship Id="rId63" Type="http://schemas.openxmlformats.org/officeDocument/2006/relationships/image" Target="../media/image32.png"/><Relationship Id="rId62" Type="http://schemas.openxmlformats.org/officeDocument/2006/relationships/customXml" Target="../ink/ink31.xml"/><Relationship Id="rId61" Type="http://schemas.openxmlformats.org/officeDocument/2006/relationships/image" Target="../media/image31.png"/><Relationship Id="rId60" Type="http://schemas.openxmlformats.org/officeDocument/2006/relationships/customXml" Target="../ink/ink30.xml"/><Relationship Id="rId6" Type="http://schemas.openxmlformats.org/officeDocument/2006/relationships/customXml" Target="../ink/ink3.xml"/><Relationship Id="rId59" Type="http://schemas.openxmlformats.org/officeDocument/2006/relationships/image" Target="../media/image30.png"/><Relationship Id="rId58" Type="http://schemas.openxmlformats.org/officeDocument/2006/relationships/customXml" Target="../ink/ink29.xml"/><Relationship Id="rId57" Type="http://schemas.openxmlformats.org/officeDocument/2006/relationships/image" Target="../media/image29.png"/><Relationship Id="rId56" Type="http://schemas.openxmlformats.org/officeDocument/2006/relationships/customXml" Target="../ink/ink28.xml"/><Relationship Id="rId55" Type="http://schemas.openxmlformats.org/officeDocument/2006/relationships/image" Target="../media/image28.png"/><Relationship Id="rId54" Type="http://schemas.openxmlformats.org/officeDocument/2006/relationships/customXml" Target="../ink/ink27.xml"/><Relationship Id="rId53" Type="http://schemas.openxmlformats.org/officeDocument/2006/relationships/image" Target="../media/image27.png"/><Relationship Id="rId52" Type="http://schemas.openxmlformats.org/officeDocument/2006/relationships/customXml" Target="../ink/ink26.xml"/><Relationship Id="rId51" Type="http://schemas.openxmlformats.org/officeDocument/2006/relationships/image" Target="../media/image26.png"/><Relationship Id="rId50" Type="http://schemas.openxmlformats.org/officeDocument/2006/relationships/customXml" Target="../ink/ink25.xml"/><Relationship Id="rId5" Type="http://schemas.openxmlformats.org/officeDocument/2006/relationships/image" Target="../media/image3.png"/><Relationship Id="rId49" Type="http://schemas.openxmlformats.org/officeDocument/2006/relationships/image" Target="../media/image25.png"/><Relationship Id="rId48" Type="http://schemas.openxmlformats.org/officeDocument/2006/relationships/customXml" Target="../ink/ink24.xml"/><Relationship Id="rId47" Type="http://schemas.openxmlformats.org/officeDocument/2006/relationships/image" Target="../media/image24.png"/><Relationship Id="rId46" Type="http://schemas.openxmlformats.org/officeDocument/2006/relationships/customXml" Target="../ink/ink23.xml"/><Relationship Id="rId45" Type="http://schemas.openxmlformats.org/officeDocument/2006/relationships/image" Target="../media/image23.png"/><Relationship Id="rId44" Type="http://schemas.openxmlformats.org/officeDocument/2006/relationships/customXml" Target="../ink/ink22.xml"/><Relationship Id="rId43" Type="http://schemas.openxmlformats.org/officeDocument/2006/relationships/image" Target="../media/image22.png"/><Relationship Id="rId42" Type="http://schemas.openxmlformats.org/officeDocument/2006/relationships/customXml" Target="../ink/ink21.xml"/><Relationship Id="rId41" Type="http://schemas.openxmlformats.org/officeDocument/2006/relationships/image" Target="../media/image21.png"/><Relationship Id="rId40" Type="http://schemas.openxmlformats.org/officeDocument/2006/relationships/customXml" Target="../ink/ink20.xml"/><Relationship Id="rId4" Type="http://schemas.openxmlformats.org/officeDocument/2006/relationships/customXml" Target="../ink/ink2.xml"/><Relationship Id="rId39" Type="http://schemas.openxmlformats.org/officeDocument/2006/relationships/image" Target="../media/image20.png"/><Relationship Id="rId38" Type="http://schemas.openxmlformats.org/officeDocument/2006/relationships/customXml" Target="../ink/ink19.xml"/><Relationship Id="rId37" Type="http://schemas.openxmlformats.org/officeDocument/2006/relationships/image" Target="../media/image19.png"/><Relationship Id="rId36" Type="http://schemas.openxmlformats.org/officeDocument/2006/relationships/customXml" Target="../ink/ink18.xml"/><Relationship Id="rId35" Type="http://schemas.openxmlformats.org/officeDocument/2006/relationships/image" Target="../media/image18.png"/><Relationship Id="rId34" Type="http://schemas.openxmlformats.org/officeDocument/2006/relationships/customXml" Target="../ink/ink17.xml"/><Relationship Id="rId33" Type="http://schemas.openxmlformats.org/officeDocument/2006/relationships/image" Target="../media/image17.png"/><Relationship Id="rId32" Type="http://schemas.openxmlformats.org/officeDocument/2006/relationships/customXml" Target="../ink/ink16.xml"/><Relationship Id="rId31" Type="http://schemas.openxmlformats.org/officeDocument/2006/relationships/image" Target="../media/image16.png"/><Relationship Id="rId30" Type="http://schemas.openxmlformats.org/officeDocument/2006/relationships/customXml" Target="../ink/ink15.xml"/><Relationship Id="rId3" Type="http://schemas.openxmlformats.org/officeDocument/2006/relationships/image" Target="../media/image2.png"/><Relationship Id="rId29" Type="http://schemas.openxmlformats.org/officeDocument/2006/relationships/image" Target="../media/image15.png"/><Relationship Id="rId28" Type="http://schemas.openxmlformats.org/officeDocument/2006/relationships/customXml" Target="../ink/ink14.xml"/><Relationship Id="rId27" Type="http://schemas.openxmlformats.org/officeDocument/2006/relationships/image" Target="../media/image14.png"/><Relationship Id="rId26" Type="http://schemas.openxmlformats.org/officeDocument/2006/relationships/customXml" Target="../ink/ink13.xml"/><Relationship Id="rId25" Type="http://schemas.openxmlformats.org/officeDocument/2006/relationships/image" Target="../media/image13.png"/><Relationship Id="rId24" Type="http://schemas.openxmlformats.org/officeDocument/2006/relationships/customXml" Target="../ink/ink12.xml"/><Relationship Id="rId23" Type="http://schemas.openxmlformats.org/officeDocument/2006/relationships/image" Target="../media/image12.png"/><Relationship Id="rId22" Type="http://schemas.openxmlformats.org/officeDocument/2006/relationships/customXml" Target="../ink/ink11.xml"/><Relationship Id="rId21" Type="http://schemas.openxmlformats.org/officeDocument/2006/relationships/image" Target="../media/image11.png"/><Relationship Id="rId20" Type="http://schemas.openxmlformats.org/officeDocument/2006/relationships/customXml" Target="../ink/ink10.xml"/><Relationship Id="rId2" Type="http://schemas.openxmlformats.org/officeDocument/2006/relationships/customXml" Target="../ink/ink1.xml"/><Relationship Id="rId19" Type="http://schemas.openxmlformats.org/officeDocument/2006/relationships/image" Target="../media/image10.png"/><Relationship Id="rId18" Type="http://schemas.openxmlformats.org/officeDocument/2006/relationships/customXml" Target="../ink/ink9.xml"/><Relationship Id="rId17" Type="http://schemas.openxmlformats.org/officeDocument/2006/relationships/image" Target="../media/image9.png"/><Relationship Id="rId16" Type="http://schemas.openxmlformats.org/officeDocument/2006/relationships/customXml" Target="../ink/ink8.xml"/><Relationship Id="rId15" Type="http://schemas.openxmlformats.org/officeDocument/2006/relationships/image" Target="../media/image8.png"/><Relationship Id="rId14" Type="http://schemas.openxmlformats.org/officeDocument/2006/relationships/customXml" Target="../ink/ink7.xml"/><Relationship Id="rId13" Type="http://schemas.openxmlformats.org/officeDocument/2006/relationships/image" Target="../media/image7.png"/><Relationship Id="rId120" Type="http://schemas.openxmlformats.org/officeDocument/2006/relationships/slideLayout" Target="../slideLayouts/slideLayout2.xml"/><Relationship Id="rId12" Type="http://schemas.openxmlformats.org/officeDocument/2006/relationships/customXml" Target="../ink/ink6.xml"/><Relationship Id="rId119" Type="http://schemas.openxmlformats.org/officeDocument/2006/relationships/image" Target="../media/image60.png"/><Relationship Id="rId118" Type="http://schemas.openxmlformats.org/officeDocument/2006/relationships/customXml" Target="../ink/ink59.xml"/><Relationship Id="rId117" Type="http://schemas.openxmlformats.org/officeDocument/2006/relationships/image" Target="../media/image59.png"/><Relationship Id="rId116" Type="http://schemas.openxmlformats.org/officeDocument/2006/relationships/customXml" Target="../ink/ink58.xml"/><Relationship Id="rId115" Type="http://schemas.openxmlformats.org/officeDocument/2006/relationships/image" Target="../media/image58.png"/><Relationship Id="rId114" Type="http://schemas.openxmlformats.org/officeDocument/2006/relationships/customXml" Target="../ink/ink57.xml"/><Relationship Id="rId113" Type="http://schemas.openxmlformats.org/officeDocument/2006/relationships/image" Target="../media/image57.png"/><Relationship Id="rId112" Type="http://schemas.openxmlformats.org/officeDocument/2006/relationships/customXml" Target="../ink/ink56.xml"/><Relationship Id="rId111" Type="http://schemas.openxmlformats.org/officeDocument/2006/relationships/image" Target="../media/image56.png"/><Relationship Id="rId110" Type="http://schemas.openxmlformats.org/officeDocument/2006/relationships/customXml" Target="../ink/ink55.xml"/><Relationship Id="rId11" Type="http://schemas.openxmlformats.org/officeDocument/2006/relationships/image" Target="../media/image6.png"/><Relationship Id="rId109" Type="http://schemas.openxmlformats.org/officeDocument/2006/relationships/image" Target="../media/image55.png"/><Relationship Id="rId108" Type="http://schemas.openxmlformats.org/officeDocument/2006/relationships/customXml" Target="../ink/ink54.xml"/><Relationship Id="rId107" Type="http://schemas.openxmlformats.org/officeDocument/2006/relationships/image" Target="../media/image54.png"/><Relationship Id="rId106" Type="http://schemas.openxmlformats.org/officeDocument/2006/relationships/customXml" Target="../ink/ink53.xml"/><Relationship Id="rId105" Type="http://schemas.openxmlformats.org/officeDocument/2006/relationships/image" Target="../media/image53.png"/><Relationship Id="rId104" Type="http://schemas.openxmlformats.org/officeDocument/2006/relationships/customXml" Target="../ink/ink52.xml"/><Relationship Id="rId103" Type="http://schemas.openxmlformats.org/officeDocument/2006/relationships/image" Target="../media/image52.png"/><Relationship Id="rId102" Type="http://schemas.openxmlformats.org/officeDocument/2006/relationships/customXml" Target="../ink/ink51.xml"/><Relationship Id="rId101" Type="http://schemas.openxmlformats.org/officeDocument/2006/relationships/image" Target="../media/image51.png"/><Relationship Id="rId100" Type="http://schemas.openxmlformats.org/officeDocument/2006/relationships/customXml" Target="../ink/ink50.xml"/><Relationship Id="rId10" Type="http://schemas.openxmlformats.org/officeDocument/2006/relationships/customXml" Target="../ink/ink5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63.xml"/><Relationship Id="rId8" Type="http://schemas.openxmlformats.org/officeDocument/2006/relationships/image" Target="../media/image64.png"/><Relationship Id="rId7" Type="http://schemas.openxmlformats.org/officeDocument/2006/relationships/customXml" Target="../ink/ink62.xml"/><Relationship Id="rId6" Type="http://schemas.openxmlformats.org/officeDocument/2006/relationships/image" Target="../media/image63.png"/><Relationship Id="rId5" Type="http://schemas.openxmlformats.org/officeDocument/2006/relationships/customXml" Target="../ink/ink61.xml"/><Relationship Id="rId47" Type="http://schemas.openxmlformats.org/officeDocument/2006/relationships/vmlDrawing" Target="../drawings/vmlDrawing1.vml"/><Relationship Id="rId46" Type="http://schemas.openxmlformats.org/officeDocument/2006/relationships/slideLayout" Target="../slideLayouts/slideLayout2.xml"/><Relationship Id="rId45" Type="http://schemas.openxmlformats.org/officeDocument/2006/relationships/customXml" Target="../ink/ink81.xml"/><Relationship Id="rId44" Type="http://schemas.openxmlformats.org/officeDocument/2006/relationships/image" Target="../media/image82.png"/><Relationship Id="rId43" Type="http://schemas.openxmlformats.org/officeDocument/2006/relationships/customXml" Target="../ink/ink80.xml"/><Relationship Id="rId42" Type="http://schemas.openxmlformats.org/officeDocument/2006/relationships/image" Target="../media/image81.png"/><Relationship Id="rId41" Type="http://schemas.openxmlformats.org/officeDocument/2006/relationships/customXml" Target="../ink/ink79.xml"/><Relationship Id="rId40" Type="http://schemas.openxmlformats.org/officeDocument/2006/relationships/image" Target="../media/image80.png"/><Relationship Id="rId4" Type="http://schemas.openxmlformats.org/officeDocument/2006/relationships/image" Target="../media/image62.png"/><Relationship Id="rId39" Type="http://schemas.openxmlformats.org/officeDocument/2006/relationships/customXml" Target="../ink/ink78.xml"/><Relationship Id="rId38" Type="http://schemas.openxmlformats.org/officeDocument/2006/relationships/image" Target="../media/image79.png"/><Relationship Id="rId37" Type="http://schemas.openxmlformats.org/officeDocument/2006/relationships/customXml" Target="../ink/ink77.xml"/><Relationship Id="rId36" Type="http://schemas.openxmlformats.org/officeDocument/2006/relationships/image" Target="../media/image78.png"/><Relationship Id="rId35" Type="http://schemas.openxmlformats.org/officeDocument/2006/relationships/customXml" Target="../ink/ink76.xml"/><Relationship Id="rId34" Type="http://schemas.openxmlformats.org/officeDocument/2006/relationships/image" Target="../media/image77.png"/><Relationship Id="rId33" Type="http://schemas.openxmlformats.org/officeDocument/2006/relationships/customXml" Target="../ink/ink75.xml"/><Relationship Id="rId32" Type="http://schemas.openxmlformats.org/officeDocument/2006/relationships/image" Target="../media/image76.png"/><Relationship Id="rId31" Type="http://schemas.openxmlformats.org/officeDocument/2006/relationships/customXml" Target="../ink/ink74.xml"/><Relationship Id="rId30" Type="http://schemas.openxmlformats.org/officeDocument/2006/relationships/image" Target="../media/image75.png"/><Relationship Id="rId3" Type="http://schemas.openxmlformats.org/officeDocument/2006/relationships/customXml" Target="../ink/ink60.xml"/><Relationship Id="rId29" Type="http://schemas.openxmlformats.org/officeDocument/2006/relationships/customXml" Target="../ink/ink73.xml"/><Relationship Id="rId28" Type="http://schemas.openxmlformats.org/officeDocument/2006/relationships/image" Target="../media/image74.png"/><Relationship Id="rId27" Type="http://schemas.openxmlformats.org/officeDocument/2006/relationships/customXml" Target="../ink/ink72.xml"/><Relationship Id="rId26" Type="http://schemas.openxmlformats.org/officeDocument/2006/relationships/image" Target="../media/image73.png"/><Relationship Id="rId25" Type="http://schemas.openxmlformats.org/officeDocument/2006/relationships/customXml" Target="../ink/ink71.xml"/><Relationship Id="rId24" Type="http://schemas.openxmlformats.org/officeDocument/2006/relationships/image" Target="../media/image72.png"/><Relationship Id="rId23" Type="http://schemas.openxmlformats.org/officeDocument/2006/relationships/customXml" Target="../ink/ink70.xml"/><Relationship Id="rId22" Type="http://schemas.openxmlformats.org/officeDocument/2006/relationships/image" Target="../media/image71.png"/><Relationship Id="rId21" Type="http://schemas.openxmlformats.org/officeDocument/2006/relationships/customXml" Target="../ink/ink69.xml"/><Relationship Id="rId20" Type="http://schemas.openxmlformats.org/officeDocument/2006/relationships/image" Target="../media/image70.png"/><Relationship Id="rId2" Type="http://schemas.openxmlformats.org/officeDocument/2006/relationships/image" Target="../media/image61.wmf"/><Relationship Id="rId19" Type="http://schemas.openxmlformats.org/officeDocument/2006/relationships/customXml" Target="../ink/ink68.xml"/><Relationship Id="rId18" Type="http://schemas.openxmlformats.org/officeDocument/2006/relationships/image" Target="../media/image69.png"/><Relationship Id="rId17" Type="http://schemas.openxmlformats.org/officeDocument/2006/relationships/customXml" Target="../ink/ink67.xml"/><Relationship Id="rId16" Type="http://schemas.openxmlformats.org/officeDocument/2006/relationships/image" Target="../media/image68.png"/><Relationship Id="rId15" Type="http://schemas.openxmlformats.org/officeDocument/2006/relationships/customXml" Target="../ink/ink66.xml"/><Relationship Id="rId14" Type="http://schemas.openxmlformats.org/officeDocument/2006/relationships/image" Target="../media/image67.png"/><Relationship Id="rId13" Type="http://schemas.openxmlformats.org/officeDocument/2006/relationships/customXml" Target="../ink/ink65.xml"/><Relationship Id="rId12" Type="http://schemas.openxmlformats.org/officeDocument/2006/relationships/image" Target="../media/image66.png"/><Relationship Id="rId11" Type="http://schemas.openxmlformats.org/officeDocument/2006/relationships/customXml" Target="../ink/ink64.xml"/><Relationship Id="rId10" Type="http://schemas.openxmlformats.org/officeDocument/2006/relationships/image" Target="../media/image65.pn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customXml" Target="../ink/ink82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customXml" Target="../ink/ink131.xml"/><Relationship Id="rId98" Type="http://schemas.openxmlformats.org/officeDocument/2006/relationships/image" Target="../media/image133.png"/><Relationship Id="rId97" Type="http://schemas.openxmlformats.org/officeDocument/2006/relationships/customXml" Target="../ink/ink130.xml"/><Relationship Id="rId96" Type="http://schemas.openxmlformats.org/officeDocument/2006/relationships/image" Target="../media/image132.png"/><Relationship Id="rId95" Type="http://schemas.openxmlformats.org/officeDocument/2006/relationships/customXml" Target="../ink/ink129.xml"/><Relationship Id="rId94" Type="http://schemas.openxmlformats.org/officeDocument/2006/relationships/image" Target="../media/image131.png"/><Relationship Id="rId93" Type="http://schemas.openxmlformats.org/officeDocument/2006/relationships/customXml" Target="../ink/ink128.xml"/><Relationship Id="rId92" Type="http://schemas.openxmlformats.org/officeDocument/2006/relationships/image" Target="../media/image130.png"/><Relationship Id="rId91" Type="http://schemas.openxmlformats.org/officeDocument/2006/relationships/customXml" Target="../ink/ink127.xml"/><Relationship Id="rId90" Type="http://schemas.openxmlformats.org/officeDocument/2006/relationships/image" Target="../media/image129.png"/><Relationship Id="rId9" Type="http://schemas.openxmlformats.org/officeDocument/2006/relationships/customXml" Target="../ink/ink86.xml"/><Relationship Id="rId89" Type="http://schemas.openxmlformats.org/officeDocument/2006/relationships/customXml" Target="../ink/ink126.xml"/><Relationship Id="rId88" Type="http://schemas.openxmlformats.org/officeDocument/2006/relationships/image" Target="../media/image128.png"/><Relationship Id="rId87" Type="http://schemas.openxmlformats.org/officeDocument/2006/relationships/customXml" Target="../ink/ink125.xml"/><Relationship Id="rId86" Type="http://schemas.openxmlformats.org/officeDocument/2006/relationships/image" Target="../media/image127.png"/><Relationship Id="rId85" Type="http://schemas.openxmlformats.org/officeDocument/2006/relationships/customXml" Target="../ink/ink124.xml"/><Relationship Id="rId84" Type="http://schemas.openxmlformats.org/officeDocument/2006/relationships/image" Target="../media/image126.png"/><Relationship Id="rId83" Type="http://schemas.openxmlformats.org/officeDocument/2006/relationships/customXml" Target="../ink/ink123.xml"/><Relationship Id="rId82" Type="http://schemas.openxmlformats.org/officeDocument/2006/relationships/image" Target="../media/image125.png"/><Relationship Id="rId81" Type="http://schemas.openxmlformats.org/officeDocument/2006/relationships/customXml" Target="../ink/ink122.xml"/><Relationship Id="rId80" Type="http://schemas.openxmlformats.org/officeDocument/2006/relationships/image" Target="../media/image124.png"/><Relationship Id="rId8" Type="http://schemas.openxmlformats.org/officeDocument/2006/relationships/image" Target="../media/image88.png"/><Relationship Id="rId79" Type="http://schemas.openxmlformats.org/officeDocument/2006/relationships/customXml" Target="../ink/ink121.xml"/><Relationship Id="rId78" Type="http://schemas.openxmlformats.org/officeDocument/2006/relationships/image" Target="../media/image123.png"/><Relationship Id="rId77" Type="http://schemas.openxmlformats.org/officeDocument/2006/relationships/customXml" Target="../ink/ink120.xml"/><Relationship Id="rId76" Type="http://schemas.openxmlformats.org/officeDocument/2006/relationships/image" Target="../media/image122.png"/><Relationship Id="rId75" Type="http://schemas.openxmlformats.org/officeDocument/2006/relationships/customXml" Target="../ink/ink119.xml"/><Relationship Id="rId74" Type="http://schemas.openxmlformats.org/officeDocument/2006/relationships/image" Target="../media/image121.png"/><Relationship Id="rId73" Type="http://schemas.openxmlformats.org/officeDocument/2006/relationships/customXml" Target="../ink/ink118.xml"/><Relationship Id="rId72" Type="http://schemas.openxmlformats.org/officeDocument/2006/relationships/image" Target="../media/image120.png"/><Relationship Id="rId71" Type="http://schemas.openxmlformats.org/officeDocument/2006/relationships/customXml" Target="../ink/ink117.xml"/><Relationship Id="rId70" Type="http://schemas.openxmlformats.org/officeDocument/2006/relationships/image" Target="../media/image119.png"/><Relationship Id="rId7" Type="http://schemas.openxmlformats.org/officeDocument/2006/relationships/customXml" Target="../ink/ink85.xml"/><Relationship Id="rId69" Type="http://schemas.openxmlformats.org/officeDocument/2006/relationships/customXml" Target="../ink/ink116.xml"/><Relationship Id="rId68" Type="http://schemas.openxmlformats.org/officeDocument/2006/relationships/image" Target="../media/image118.png"/><Relationship Id="rId67" Type="http://schemas.openxmlformats.org/officeDocument/2006/relationships/customXml" Target="../ink/ink115.xml"/><Relationship Id="rId66" Type="http://schemas.openxmlformats.org/officeDocument/2006/relationships/image" Target="../media/image117.png"/><Relationship Id="rId65" Type="http://schemas.openxmlformats.org/officeDocument/2006/relationships/customXml" Target="../ink/ink114.xml"/><Relationship Id="rId64" Type="http://schemas.openxmlformats.org/officeDocument/2006/relationships/image" Target="../media/image116.png"/><Relationship Id="rId63" Type="http://schemas.openxmlformats.org/officeDocument/2006/relationships/customXml" Target="../ink/ink113.xml"/><Relationship Id="rId62" Type="http://schemas.openxmlformats.org/officeDocument/2006/relationships/image" Target="../media/image115.png"/><Relationship Id="rId61" Type="http://schemas.openxmlformats.org/officeDocument/2006/relationships/customXml" Target="../ink/ink112.xml"/><Relationship Id="rId60" Type="http://schemas.openxmlformats.org/officeDocument/2006/relationships/image" Target="../media/image114.png"/><Relationship Id="rId6" Type="http://schemas.openxmlformats.org/officeDocument/2006/relationships/image" Target="../media/image87.png"/><Relationship Id="rId59" Type="http://schemas.openxmlformats.org/officeDocument/2006/relationships/customXml" Target="../ink/ink111.xml"/><Relationship Id="rId58" Type="http://schemas.openxmlformats.org/officeDocument/2006/relationships/image" Target="../media/image113.png"/><Relationship Id="rId57" Type="http://schemas.openxmlformats.org/officeDocument/2006/relationships/customXml" Target="../ink/ink110.xml"/><Relationship Id="rId56" Type="http://schemas.openxmlformats.org/officeDocument/2006/relationships/image" Target="../media/image112.png"/><Relationship Id="rId55" Type="http://schemas.openxmlformats.org/officeDocument/2006/relationships/customXml" Target="../ink/ink109.xml"/><Relationship Id="rId54" Type="http://schemas.openxmlformats.org/officeDocument/2006/relationships/image" Target="../media/image111.png"/><Relationship Id="rId53" Type="http://schemas.openxmlformats.org/officeDocument/2006/relationships/customXml" Target="../ink/ink108.xml"/><Relationship Id="rId52" Type="http://schemas.openxmlformats.org/officeDocument/2006/relationships/image" Target="../media/image110.png"/><Relationship Id="rId51" Type="http://schemas.openxmlformats.org/officeDocument/2006/relationships/customXml" Target="../ink/ink107.xml"/><Relationship Id="rId50" Type="http://schemas.openxmlformats.org/officeDocument/2006/relationships/image" Target="../media/image109.png"/><Relationship Id="rId5" Type="http://schemas.openxmlformats.org/officeDocument/2006/relationships/customXml" Target="../ink/ink84.xml"/><Relationship Id="rId49" Type="http://schemas.openxmlformats.org/officeDocument/2006/relationships/customXml" Target="../ink/ink106.xml"/><Relationship Id="rId48" Type="http://schemas.openxmlformats.org/officeDocument/2006/relationships/image" Target="../media/image108.png"/><Relationship Id="rId47" Type="http://schemas.openxmlformats.org/officeDocument/2006/relationships/customXml" Target="../ink/ink105.xml"/><Relationship Id="rId46" Type="http://schemas.openxmlformats.org/officeDocument/2006/relationships/image" Target="../media/image107.png"/><Relationship Id="rId45" Type="http://schemas.openxmlformats.org/officeDocument/2006/relationships/customXml" Target="../ink/ink104.xml"/><Relationship Id="rId44" Type="http://schemas.openxmlformats.org/officeDocument/2006/relationships/image" Target="../media/image106.png"/><Relationship Id="rId43" Type="http://schemas.openxmlformats.org/officeDocument/2006/relationships/customXml" Target="../ink/ink103.xml"/><Relationship Id="rId42" Type="http://schemas.openxmlformats.org/officeDocument/2006/relationships/image" Target="../media/image105.png"/><Relationship Id="rId41" Type="http://schemas.openxmlformats.org/officeDocument/2006/relationships/customXml" Target="../ink/ink102.xml"/><Relationship Id="rId40" Type="http://schemas.openxmlformats.org/officeDocument/2006/relationships/image" Target="../media/image104.png"/><Relationship Id="rId4" Type="http://schemas.openxmlformats.org/officeDocument/2006/relationships/image" Target="../media/image86.png"/><Relationship Id="rId39" Type="http://schemas.openxmlformats.org/officeDocument/2006/relationships/customXml" Target="../ink/ink101.xml"/><Relationship Id="rId38" Type="http://schemas.openxmlformats.org/officeDocument/2006/relationships/image" Target="../media/image103.png"/><Relationship Id="rId37" Type="http://schemas.openxmlformats.org/officeDocument/2006/relationships/customXml" Target="../ink/ink100.xml"/><Relationship Id="rId36" Type="http://schemas.openxmlformats.org/officeDocument/2006/relationships/image" Target="../media/image102.png"/><Relationship Id="rId35" Type="http://schemas.openxmlformats.org/officeDocument/2006/relationships/customXml" Target="../ink/ink99.xml"/><Relationship Id="rId34" Type="http://schemas.openxmlformats.org/officeDocument/2006/relationships/image" Target="../media/image101.png"/><Relationship Id="rId33" Type="http://schemas.openxmlformats.org/officeDocument/2006/relationships/customXml" Target="../ink/ink98.xml"/><Relationship Id="rId32" Type="http://schemas.openxmlformats.org/officeDocument/2006/relationships/image" Target="../media/image100.png"/><Relationship Id="rId31" Type="http://schemas.openxmlformats.org/officeDocument/2006/relationships/customXml" Target="../ink/ink97.xml"/><Relationship Id="rId30" Type="http://schemas.openxmlformats.org/officeDocument/2006/relationships/image" Target="../media/image99.png"/><Relationship Id="rId3" Type="http://schemas.openxmlformats.org/officeDocument/2006/relationships/customXml" Target="../ink/ink83.xml"/><Relationship Id="rId29" Type="http://schemas.openxmlformats.org/officeDocument/2006/relationships/customXml" Target="../ink/ink96.xml"/><Relationship Id="rId28" Type="http://schemas.openxmlformats.org/officeDocument/2006/relationships/image" Target="../media/image98.png"/><Relationship Id="rId27" Type="http://schemas.openxmlformats.org/officeDocument/2006/relationships/customXml" Target="../ink/ink95.xml"/><Relationship Id="rId26" Type="http://schemas.openxmlformats.org/officeDocument/2006/relationships/image" Target="../media/image97.png"/><Relationship Id="rId25" Type="http://schemas.openxmlformats.org/officeDocument/2006/relationships/customXml" Target="../ink/ink94.xml"/><Relationship Id="rId24" Type="http://schemas.openxmlformats.org/officeDocument/2006/relationships/image" Target="../media/image96.png"/><Relationship Id="rId23" Type="http://schemas.openxmlformats.org/officeDocument/2006/relationships/customXml" Target="../ink/ink93.xml"/><Relationship Id="rId22" Type="http://schemas.openxmlformats.org/officeDocument/2006/relationships/image" Target="../media/image95.png"/><Relationship Id="rId21" Type="http://schemas.openxmlformats.org/officeDocument/2006/relationships/customXml" Target="../ink/ink92.xml"/><Relationship Id="rId20" Type="http://schemas.openxmlformats.org/officeDocument/2006/relationships/image" Target="../media/image94.png"/><Relationship Id="rId2" Type="http://schemas.openxmlformats.org/officeDocument/2006/relationships/image" Target="../media/image85.png"/><Relationship Id="rId19" Type="http://schemas.openxmlformats.org/officeDocument/2006/relationships/customXml" Target="../ink/ink91.xml"/><Relationship Id="rId18" Type="http://schemas.openxmlformats.org/officeDocument/2006/relationships/image" Target="../media/image93.png"/><Relationship Id="rId17" Type="http://schemas.openxmlformats.org/officeDocument/2006/relationships/customXml" Target="../ink/ink90.xml"/><Relationship Id="rId16" Type="http://schemas.openxmlformats.org/officeDocument/2006/relationships/image" Target="../media/image92.png"/><Relationship Id="rId153" Type="http://schemas.openxmlformats.org/officeDocument/2006/relationships/slideLayout" Target="../slideLayouts/slideLayout4.xml"/><Relationship Id="rId152" Type="http://schemas.openxmlformats.org/officeDocument/2006/relationships/image" Target="../media/image160.png"/><Relationship Id="rId151" Type="http://schemas.openxmlformats.org/officeDocument/2006/relationships/customXml" Target="../ink/ink157.xml"/><Relationship Id="rId150" Type="http://schemas.openxmlformats.org/officeDocument/2006/relationships/image" Target="../media/image159.png"/><Relationship Id="rId15" Type="http://schemas.openxmlformats.org/officeDocument/2006/relationships/customXml" Target="../ink/ink89.xml"/><Relationship Id="rId149" Type="http://schemas.openxmlformats.org/officeDocument/2006/relationships/customXml" Target="../ink/ink156.xml"/><Relationship Id="rId148" Type="http://schemas.openxmlformats.org/officeDocument/2006/relationships/image" Target="../media/image158.png"/><Relationship Id="rId147" Type="http://schemas.openxmlformats.org/officeDocument/2006/relationships/customXml" Target="../ink/ink155.xml"/><Relationship Id="rId146" Type="http://schemas.openxmlformats.org/officeDocument/2006/relationships/image" Target="../media/image157.png"/><Relationship Id="rId145" Type="http://schemas.openxmlformats.org/officeDocument/2006/relationships/customXml" Target="../ink/ink154.xml"/><Relationship Id="rId144" Type="http://schemas.openxmlformats.org/officeDocument/2006/relationships/image" Target="../media/image156.png"/><Relationship Id="rId143" Type="http://schemas.openxmlformats.org/officeDocument/2006/relationships/customXml" Target="../ink/ink153.xml"/><Relationship Id="rId142" Type="http://schemas.openxmlformats.org/officeDocument/2006/relationships/image" Target="../media/image155.png"/><Relationship Id="rId141" Type="http://schemas.openxmlformats.org/officeDocument/2006/relationships/customXml" Target="../ink/ink152.xml"/><Relationship Id="rId140" Type="http://schemas.openxmlformats.org/officeDocument/2006/relationships/image" Target="../media/image154.png"/><Relationship Id="rId14" Type="http://schemas.openxmlformats.org/officeDocument/2006/relationships/image" Target="../media/image91.png"/><Relationship Id="rId139" Type="http://schemas.openxmlformats.org/officeDocument/2006/relationships/customXml" Target="../ink/ink151.xml"/><Relationship Id="rId138" Type="http://schemas.openxmlformats.org/officeDocument/2006/relationships/image" Target="../media/image153.png"/><Relationship Id="rId137" Type="http://schemas.openxmlformats.org/officeDocument/2006/relationships/customXml" Target="../ink/ink150.xml"/><Relationship Id="rId136" Type="http://schemas.openxmlformats.org/officeDocument/2006/relationships/image" Target="../media/image152.png"/><Relationship Id="rId135" Type="http://schemas.openxmlformats.org/officeDocument/2006/relationships/customXml" Target="../ink/ink149.xml"/><Relationship Id="rId134" Type="http://schemas.openxmlformats.org/officeDocument/2006/relationships/image" Target="../media/image151.png"/><Relationship Id="rId133" Type="http://schemas.openxmlformats.org/officeDocument/2006/relationships/customXml" Target="../ink/ink148.xml"/><Relationship Id="rId132" Type="http://schemas.openxmlformats.org/officeDocument/2006/relationships/image" Target="../media/image150.png"/><Relationship Id="rId131" Type="http://schemas.openxmlformats.org/officeDocument/2006/relationships/customXml" Target="../ink/ink147.xml"/><Relationship Id="rId130" Type="http://schemas.openxmlformats.org/officeDocument/2006/relationships/image" Target="../media/image149.png"/><Relationship Id="rId13" Type="http://schemas.openxmlformats.org/officeDocument/2006/relationships/customXml" Target="../ink/ink88.xml"/><Relationship Id="rId129" Type="http://schemas.openxmlformats.org/officeDocument/2006/relationships/customXml" Target="../ink/ink146.xml"/><Relationship Id="rId128" Type="http://schemas.openxmlformats.org/officeDocument/2006/relationships/image" Target="../media/image148.png"/><Relationship Id="rId127" Type="http://schemas.openxmlformats.org/officeDocument/2006/relationships/customXml" Target="../ink/ink145.xml"/><Relationship Id="rId126" Type="http://schemas.openxmlformats.org/officeDocument/2006/relationships/image" Target="../media/image147.png"/><Relationship Id="rId125" Type="http://schemas.openxmlformats.org/officeDocument/2006/relationships/customXml" Target="../ink/ink144.xml"/><Relationship Id="rId124" Type="http://schemas.openxmlformats.org/officeDocument/2006/relationships/image" Target="../media/image146.png"/><Relationship Id="rId123" Type="http://schemas.openxmlformats.org/officeDocument/2006/relationships/customXml" Target="../ink/ink143.xml"/><Relationship Id="rId122" Type="http://schemas.openxmlformats.org/officeDocument/2006/relationships/image" Target="../media/image145.png"/><Relationship Id="rId121" Type="http://schemas.openxmlformats.org/officeDocument/2006/relationships/customXml" Target="../ink/ink142.xml"/><Relationship Id="rId120" Type="http://schemas.openxmlformats.org/officeDocument/2006/relationships/image" Target="../media/image144.png"/><Relationship Id="rId12" Type="http://schemas.openxmlformats.org/officeDocument/2006/relationships/image" Target="../media/image90.png"/><Relationship Id="rId119" Type="http://schemas.openxmlformats.org/officeDocument/2006/relationships/customXml" Target="../ink/ink141.xml"/><Relationship Id="rId118" Type="http://schemas.openxmlformats.org/officeDocument/2006/relationships/image" Target="../media/image143.png"/><Relationship Id="rId117" Type="http://schemas.openxmlformats.org/officeDocument/2006/relationships/customXml" Target="../ink/ink140.xml"/><Relationship Id="rId116" Type="http://schemas.openxmlformats.org/officeDocument/2006/relationships/image" Target="../media/image142.png"/><Relationship Id="rId115" Type="http://schemas.openxmlformats.org/officeDocument/2006/relationships/customXml" Target="../ink/ink139.xml"/><Relationship Id="rId114" Type="http://schemas.openxmlformats.org/officeDocument/2006/relationships/image" Target="../media/image141.png"/><Relationship Id="rId113" Type="http://schemas.openxmlformats.org/officeDocument/2006/relationships/customXml" Target="../ink/ink138.xml"/><Relationship Id="rId112" Type="http://schemas.openxmlformats.org/officeDocument/2006/relationships/image" Target="../media/image140.png"/><Relationship Id="rId111" Type="http://schemas.openxmlformats.org/officeDocument/2006/relationships/customXml" Target="../ink/ink137.xml"/><Relationship Id="rId110" Type="http://schemas.openxmlformats.org/officeDocument/2006/relationships/image" Target="../media/image139.png"/><Relationship Id="rId11" Type="http://schemas.openxmlformats.org/officeDocument/2006/relationships/customXml" Target="../ink/ink87.xml"/><Relationship Id="rId109" Type="http://schemas.openxmlformats.org/officeDocument/2006/relationships/customXml" Target="../ink/ink136.xml"/><Relationship Id="rId108" Type="http://schemas.openxmlformats.org/officeDocument/2006/relationships/image" Target="../media/image138.png"/><Relationship Id="rId107" Type="http://schemas.openxmlformats.org/officeDocument/2006/relationships/customXml" Target="../ink/ink135.xml"/><Relationship Id="rId106" Type="http://schemas.openxmlformats.org/officeDocument/2006/relationships/image" Target="../media/image137.png"/><Relationship Id="rId105" Type="http://schemas.openxmlformats.org/officeDocument/2006/relationships/customXml" Target="../ink/ink134.xml"/><Relationship Id="rId104" Type="http://schemas.openxmlformats.org/officeDocument/2006/relationships/image" Target="../media/image136.png"/><Relationship Id="rId103" Type="http://schemas.openxmlformats.org/officeDocument/2006/relationships/customXml" Target="../ink/ink133.xml"/><Relationship Id="rId102" Type="http://schemas.openxmlformats.org/officeDocument/2006/relationships/image" Target="../media/image135.png"/><Relationship Id="rId101" Type="http://schemas.openxmlformats.org/officeDocument/2006/relationships/customXml" Target="../ink/ink132.xml"/><Relationship Id="rId100" Type="http://schemas.openxmlformats.org/officeDocument/2006/relationships/image" Target="../media/image134.png"/><Relationship Id="rId10" Type="http://schemas.openxmlformats.org/officeDocument/2006/relationships/image" Target="../media/image89.png"/><Relationship Id="rId1" Type="http://schemas.openxmlformats.org/officeDocument/2006/relationships/image" Target="../media/image8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png"/><Relationship Id="rId8" Type="http://schemas.openxmlformats.org/officeDocument/2006/relationships/customXml" Target="../ink/ink161.xml"/><Relationship Id="rId7" Type="http://schemas.openxmlformats.org/officeDocument/2006/relationships/image" Target="../media/image165.png"/><Relationship Id="rId6" Type="http://schemas.openxmlformats.org/officeDocument/2006/relationships/customXml" Target="../ink/ink160.xml"/><Relationship Id="rId5" Type="http://schemas.openxmlformats.org/officeDocument/2006/relationships/image" Target="../media/image164.png"/><Relationship Id="rId48" Type="http://schemas.openxmlformats.org/officeDocument/2006/relationships/slideLayout" Target="../slideLayouts/slideLayout4.xml"/><Relationship Id="rId47" Type="http://schemas.openxmlformats.org/officeDocument/2006/relationships/image" Target="../media/image185.png"/><Relationship Id="rId46" Type="http://schemas.openxmlformats.org/officeDocument/2006/relationships/customXml" Target="../ink/ink180.xml"/><Relationship Id="rId45" Type="http://schemas.openxmlformats.org/officeDocument/2006/relationships/image" Target="../media/image184.png"/><Relationship Id="rId44" Type="http://schemas.openxmlformats.org/officeDocument/2006/relationships/customXml" Target="../ink/ink179.xml"/><Relationship Id="rId43" Type="http://schemas.openxmlformats.org/officeDocument/2006/relationships/image" Target="../media/image183.png"/><Relationship Id="rId42" Type="http://schemas.openxmlformats.org/officeDocument/2006/relationships/customXml" Target="../ink/ink178.xml"/><Relationship Id="rId41" Type="http://schemas.openxmlformats.org/officeDocument/2006/relationships/image" Target="../media/image182.png"/><Relationship Id="rId40" Type="http://schemas.openxmlformats.org/officeDocument/2006/relationships/customXml" Target="../ink/ink177.xml"/><Relationship Id="rId4" Type="http://schemas.openxmlformats.org/officeDocument/2006/relationships/customXml" Target="../ink/ink159.xml"/><Relationship Id="rId39" Type="http://schemas.openxmlformats.org/officeDocument/2006/relationships/image" Target="../media/image181.png"/><Relationship Id="rId38" Type="http://schemas.openxmlformats.org/officeDocument/2006/relationships/customXml" Target="../ink/ink176.xml"/><Relationship Id="rId37" Type="http://schemas.openxmlformats.org/officeDocument/2006/relationships/image" Target="../media/image180.png"/><Relationship Id="rId36" Type="http://schemas.openxmlformats.org/officeDocument/2006/relationships/customXml" Target="../ink/ink175.xml"/><Relationship Id="rId35" Type="http://schemas.openxmlformats.org/officeDocument/2006/relationships/image" Target="../media/image179.png"/><Relationship Id="rId34" Type="http://schemas.openxmlformats.org/officeDocument/2006/relationships/customXml" Target="../ink/ink174.xml"/><Relationship Id="rId33" Type="http://schemas.openxmlformats.org/officeDocument/2006/relationships/image" Target="../media/image178.png"/><Relationship Id="rId32" Type="http://schemas.openxmlformats.org/officeDocument/2006/relationships/customXml" Target="../ink/ink173.xml"/><Relationship Id="rId31" Type="http://schemas.openxmlformats.org/officeDocument/2006/relationships/image" Target="../media/image177.png"/><Relationship Id="rId30" Type="http://schemas.openxmlformats.org/officeDocument/2006/relationships/customXml" Target="../ink/ink172.xml"/><Relationship Id="rId3" Type="http://schemas.openxmlformats.org/officeDocument/2006/relationships/image" Target="../media/image163.png"/><Relationship Id="rId29" Type="http://schemas.openxmlformats.org/officeDocument/2006/relationships/image" Target="../media/image176.png"/><Relationship Id="rId28" Type="http://schemas.openxmlformats.org/officeDocument/2006/relationships/customXml" Target="../ink/ink171.xml"/><Relationship Id="rId27" Type="http://schemas.openxmlformats.org/officeDocument/2006/relationships/image" Target="../media/image175.png"/><Relationship Id="rId26" Type="http://schemas.openxmlformats.org/officeDocument/2006/relationships/customXml" Target="../ink/ink170.xml"/><Relationship Id="rId25" Type="http://schemas.openxmlformats.org/officeDocument/2006/relationships/image" Target="../media/image174.png"/><Relationship Id="rId24" Type="http://schemas.openxmlformats.org/officeDocument/2006/relationships/customXml" Target="../ink/ink169.xml"/><Relationship Id="rId23" Type="http://schemas.openxmlformats.org/officeDocument/2006/relationships/image" Target="../media/image173.png"/><Relationship Id="rId22" Type="http://schemas.openxmlformats.org/officeDocument/2006/relationships/customXml" Target="../ink/ink168.xml"/><Relationship Id="rId21" Type="http://schemas.openxmlformats.org/officeDocument/2006/relationships/image" Target="../media/image172.png"/><Relationship Id="rId20" Type="http://schemas.openxmlformats.org/officeDocument/2006/relationships/customXml" Target="../ink/ink167.xml"/><Relationship Id="rId2" Type="http://schemas.openxmlformats.org/officeDocument/2006/relationships/customXml" Target="../ink/ink158.xml"/><Relationship Id="rId19" Type="http://schemas.openxmlformats.org/officeDocument/2006/relationships/image" Target="../media/image171.png"/><Relationship Id="rId18" Type="http://schemas.openxmlformats.org/officeDocument/2006/relationships/customXml" Target="../ink/ink166.xml"/><Relationship Id="rId17" Type="http://schemas.openxmlformats.org/officeDocument/2006/relationships/image" Target="../media/image170.png"/><Relationship Id="rId16" Type="http://schemas.openxmlformats.org/officeDocument/2006/relationships/customXml" Target="../ink/ink165.xml"/><Relationship Id="rId15" Type="http://schemas.openxmlformats.org/officeDocument/2006/relationships/image" Target="../media/image169.png"/><Relationship Id="rId14" Type="http://schemas.openxmlformats.org/officeDocument/2006/relationships/customXml" Target="../ink/ink164.xml"/><Relationship Id="rId13" Type="http://schemas.openxmlformats.org/officeDocument/2006/relationships/image" Target="../media/image168.png"/><Relationship Id="rId12" Type="http://schemas.openxmlformats.org/officeDocument/2006/relationships/customXml" Target="../ink/ink163.xml"/><Relationship Id="rId11" Type="http://schemas.openxmlformats.org/officeDocument/2006/relationships/image" Target="../media/image167.png"/><Relationship Id="rId10" Type="http://schemas.openxmlformats.org/officeDocument/2006/relationships/customXml" Target="../ink/ink162.xml"/><Relationship Id="rId1" Type="http://schemas.openxmlformats.org/officeDocument/2006/relationships/image" Target="../media/image16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JK Flip Flop dan Pengantar Counter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Gated SR Flip Flop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89710" y="1825625"/>
            <a:ext cx="9211945" cy="43516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Ink 4"/>
              <p14:cNvContentPartPr/>
              <p14:nvPr/>
            </p14:nvContentPartPr>
            <p14:xfrm>
              <a:off x="5743575" y="2809875"/>
              <a:ext cx="52070" cy="409575"/>
            </p14:xfrm>
          </p:contentPart>
        </mc:Choice>
        <mc:Fallback xmlns="">
          <p:pic>
            <p:nvPicPr>
              <p:cNvPr id="5" name="Ink 4"/>
            </p:nvPicPr>
            <p:blipFill>
              <a:blip r:embed="rId3"/>
            </p:blipFill>
            <p:spPr>
              <a:xfrm>
                <a:off x="5743575" y="2809875"/>
                <a:ext cx="52070" cy="409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Ink 5"/>
              <p14:cNvContentPartPr/>
              <p14:nvPr/>
            </p14:nvContentPartPr>
            <p14:xfrm>
              <a:off x="5738495" y="2404745"/>
              <a:ext cx="38100" cy="757555"/>
            </p14:xfrm>
          </p:contentPart>
        </mc:Choice>
        <mc:Fallback xmlns="">
          <p:pic>
            <p:nvPicPr>
              <p:cNvPr id="6" name="Ink 5"/>
            </p:nvPicPr>
            <p:blipFill>
              <a:blip r:embed="rId5"/>
            </p:blipFill>
            <p:spPr>
              <a:xfrm>
                <a:off x="5738495" y="2404745"/>
                <a:ext cx="38100" cy="757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Ink 6"/>
              <p14:cNvContentPartPr/>
              <p14:nvPr/>
            </p14:nvContentPartPr>
            <p14:xfrm>
              <a:off x="5753100" y="2147570"/>
              <a:ext cx="9525" cy="252730"/>
            </p14:xfrm>
          </p:contentPart>
        </mc:Choice>
        <mc:Fallback xmlns="">
          <p:pic>
            <p:nvPicPr>
              <p:cNvPr id="7" name="Ink 6"/>
            </p:nvPicPr>
            <p:blipFill>
              <a:blip r:embed="rId7"/>
            </p:blipFill>
            <p:spPr>
              <a:xfrm>
                <a:off x="5753100" y="2147570"/>
                <a:ext cx="9525" cy="252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Ink 7"/>
              <p14:cNvContentPartPr/>
              <p14:nvPr/>
            </p14:nvContentPartPr>
            <p14:xfrm>
              <a:off x="5757545" y="3052445"/>
              <a:ext cx="5080" cy="138430"/>
            </p14:xfrm>
          </p:contentPart>
        </mc:Choice>
        <mc:Fallback xmlns="">
          <p:pic>
            <p:nvPicPr>
              <p:cNvPr id="8" name="Ink 7"/>
            </p:nvPicPr>
            <p:blipFill>
              <a:blip r:embed="rId9"/>
            </p:blipFill>
            <p:spPr>
              <a:xfrm>
                <a:off x="5757545" y="3052445"/>
                <a:ext cx="5080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Ink 8"/>
              <p14:cNvContentPartPr/>
              <p14:nvPr/>
            </p14:nvContentPartPr>
            <p14:xfrm>
              <a:off x="1871345" y="2128520"/>
              <a:ext cx="3886200" cy="33655"/>
            </p14:xfrm>
          </p:contentPart>
        </mc:Choice>
        <mc:Fallback xmlns="">
          <p:pic>
            <p:nvPicPr>
              <p:cNvPr id="9" name="Ink 8"/>
            </p:nvPicPr>
            <p:blipFill>
              <a:blip r:embed="rId11"/>
            </p:blipFill>
            <p:spPr>
              <a:xfrm>
                <a:off x="1871345" y="2128520"/>
                <a:ext cx="388620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Ink 9"/>
              <p14:cNvContentPartPr/>
              <p14:nvPr/>
            </p14:nvContentPartPr>
            <p14:xfrm>
              <a:off x="1800225" y="2128520"/>
              <a:ext cx="1114425" cy="929005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3"/>
            </p:blipFill>
            <p:spPr>
              <a:xfrm>
                <a:off x="1800225" y="2128520"/>
                <a:ext cx="1114425" cy="929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Ink 10"/>
              <p14:cNvContentPartPr/>
              <p14:nvPr/>
            </p14:nvContentPartPr>
            <p14:xfrm>
              <a:off x="1890395" y="4772025"/>
              <a:ext cx="3929380" cy="1052195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5"/>
            </p:blipFill>
            <p:spPr>
              <a:xfrm>
                <a:off x="1890395" y="4772025"/>
                <a:ext cx="3929380" cy="1052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Ink 11"/>
              <p14:cNvContentPartPr/>
              <p14:nvPr/>
            </p14:nvContentPartPr>
            <p14:xfrm>
              <a:off x="2495550" y="833120"/>
              <a:ext cx="457200" cy="367030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17"/>
            </p:blipFill>
            <p:spPr>
              <a:xfrm>
                <a:off x="2495550" y="833120"/>
                <a:ext cx="457200" cy="367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Ink 12"/>
              <p14:cNvContentPartPr/>
              <p14:nvPr/>
            </p14:nvContentPartPr>
            <p14:xfrm>
              <a:off x="2419350" y="381000"/>
              <a:ext cx="190500" cy="185420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19"/>
            </p:blipFill>
            <p:spPr>
              <a:xfrm>
                <a:off x="2419350" y="381000"/>
                <a:ext cx="19050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Ink 13"/>
              <p14:cNvContentPartPr/>
              <p14:nvPr/>
            </p14:nvContentPartPr>
            <p14:xfrm>
              <a:off x="2733675" y="304800"/>
              <a:ext cx="4445" cy="24257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21"/>
            </p:blipFill>
            <p:spPr>
              <a:xfrm>
                <a:off x="2733675" y="304800"/>
                <a:ext cx="4445" cy="242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Ink 14"/>
              <p14:cNvContentPartPr/>
              <p14:nvPr/>
            </p14:nvContentPartPr>
            <p14:xfrm>
              <a:off x="2752725" y="381000"/>
              <a:ext cx="99695" cy="57150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23"/>
            </p:blipFill>
            <p:spPr>
              <a:xfrm>
                <a:off x="2752725" y="381000"/>
                <a:ext cx="99695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Ink 15"/>
              <p14:cNvContentPartPr/>
              <p14:nvPr/>
            </p14:nvContentPartPr>
            <p14:xfrm>
              <a:off x="2757170" y="414020"/>
              <a:ext cx="123825" cy="209550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25"/>
            </p:blipFill>
            <p:spPr>
              <a:xfrm>
                <a:off x="2757170" y="414020"/>
                <a:ext cx="123825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Ink 16"/>
              <p14:cNvContentPartPr/>
              <p14:nvPr/>
            </p14:nvContentPartPr>
            <p14:xfrm>
              <a:off x="1495425" y="5200650"/>
              <a:ext cx="152400" cy="180975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27"/>
            </p:blipFill>
            <p:spPr>
              <a:xfrm>
                <a:off x="1495425" y="5200650"/>
                <a:ext cx="15240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Ink 17"/>
              <p14:cNvContentPartPr/>
              <p14:nvPr/>
            </p14:nvContentPartPr>
            <p14:xfrm>
              <a:off x="2105025" y="5210175"/>
              <a:ext cx="261620" cy="171450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29"/>
            </p:blipFill>
            <p:spPr>
              <a:xfrm>
                <a:off x="2105025" y="5210175"/>
                <a:ext cx="26162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Ink 18"/>
              <p14:cNvContentPartPr/>
              <p14:nvPr/>
            </p14:nvContentPartPr>
            <p14:xfrm>
              <a:off x="2066925" y="2724150"/>
              <a:ext cx="219075" cy="114300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31"/>
            </p:blipFill>
            <p:spPr>
              <a:xfrm>
                <a:off x="2066925" y="2724150"/>
                <a:ext cx="219075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Ink 19"/>
              <p14:cNvContentPartPr/>
              <p14:nvPr/>
            </p14:nvContentPartPr>
            <p14:xfrm>
              <a:off x="1114425" y="2623820"/>
              <a:ext cx="360" cy="314325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33"/>
            </p:blipFill>
            <p:spPr>
              <a:xfrm>
                <a:off x="1114425" y="2623820"/>
                <a:ext cx="360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Ink 20"/>
              <p14:cNvContentPartPr/>
              <p14:nvPr/>
            </p14:nvContentPartPr>
            <p14:xfrm>
              <a:off x="1114425" y="2766695"/>
              <a:ext cx="175895" cy="66675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35"/>
            </p:blipFill>
            <p:spPr>
              <a:xfrm>
                <a:off x="1114425" y="2766695"/>
                <a:ext cx="17589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Ink 21"/>
              <p14:cNvContentPartPr/>
              <p14:nvPr/>
            </p14:nvContentPartPr>
            <p14:xfrm>
              <a:off x="1156970" y="2814320"/>
              <a:ext cx="138430" cy="17145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7"/>
            </p:blipFill>
            <p:spPr>
              <a:xfrm>
                <a:off x="1156970" y="2814320"/>
                <a:ext cx="13843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Ink 22"/>
              <p14:cNvContentPartPr/>
              <p14:nvPr/>
            </p14:nvContentPartPr>
            <p14:xfrm>
              <a:off x="1271270" y="3895725"/>
              <a:ext cx="24130" cy="352425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39"/>
            </p:blipFill>
            <p:spPr>
              <a:xfrm>
                <a:off x="1271270" y="3895725"/>
                <a:ext cx="24130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Ink 23"/>
              <p14:cNvContentPartPr/>
              <p14:nvPr/>
            </p14:nvContentPartPr>
            <p14:xfrm>
              <a:off x="6353175" y="3009900"/>
              <a:ext cx="209550" cy="299720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41"/>
            </p:blipFill>
            <p:spPr>
              <a:xfrm>
                <a:off x="6353175" y="3009900"/>
                <a:ext cx="209550" cy="299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Ink 24"/>
              <p14:cNvContentPartPr/>
              <p14:nvPr/>
            </p14:nvContentPartPr>
            <p14:xfrm>
              <a:off x="6419850" y="4585970"/>
              <a:ext cx="9525" cy="319405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43"/>
            </p:blipFill>
            <p:spPr>
              <a:xfrm>
                <a:off x="6419850" y="4585970"/>
                <a:ext cx="9525" cy="319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Ink 25"/>
              <p14:cNvContentPartPr/>
              <p14:nvPr/>
            </p14:nvContentPartPr>
            <p14:xfrm>
              <a:off x="890270" y="5057775"/>
              <a:ext cx="5080" cy="366395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45"/>
            </p:blipFill>
            <p:spPr>
              <a:xfrm>
                <a:off x="890270" y="5057775"/>
                <a:ext cx="5080" cy="3663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Ink 26"/>
              <p14:cNvContentPartPr/>
              <p14:nvPr/>
            </p14:nvContentPartPr>
            <p14:xfrm>
              <a:off x="714375" y="2614295"/>
              <a:ext cx="38100" cy="438150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47"/>
            </p:blipFill>
            <p:spPr>
              <a:xfrm>
                <a:off x="714375" y="2614295"/>
                <a:ext cx="38100" cy="438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8" name="Ink 27"/>
              <p14:cNvContentPartPr/>
              <p14:nvPr/>
            </p14:nvContentPartPr>
            <p14:xfrm>
              <a:off x="3067050" y="2705100"/>
              <a:ext cx="360" cy="137795"/>
            </p14:xfrm>
          </p:contentPart>
        </mc:Choice>
        <mc:Fallback xmlns="">
          <p:pic>
            <p:nvPicPr>
              <p:cNvPr id="28" name="Ink 27"/>
            </p:nvPicPr>
            <p:blipFill>
              <a:blip r:embed="rId49"/>
            </p:blipFill>
            <p:spPr>
              <a:xfrm>
                <a:off x="3067050" y="2705100"/>
                <a:ext cx="360" cy="137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9" name="Ink 28"/>
              <p14:cNvContentPartPr/>
              <p14:nvPr/>
            </p14:nvContentPartPr>
            <p14:xfrm>
              <a:off x="1252220" y="2309495"/>
              <a:ext cx="962025" cy="252730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51"/>
            </p:blipFill>
            <p:spPr>
              <a:xfrm>
                <a:off x="1252220" y="2309495"/>
                <a:ext cx="962025" cy="252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0" name="Ink 29"/>
              <p14:cNvContentPartPr/>
              <p14:nvPr/>
            </p14:nvContentPartPr>
            <p14:xfrm>
              <a:off x="1190625" y="2385695"/>
              <a:ext cx="123825" cy="95250"/>
            </p14:xfrm>
          </p:contentPart>
        </mc:Choice>
        <mc:Fallback xmlns="">
          <p:pic>
            <p:nvPicPr>
              <p:cNvPr id="30" name="Ink 29"/>
            </p:nvPicPr>
            <p:blipFill>
              <a:blip r:embed="rId53"/>
            </p:blipFill>
            <p:spPr>
              <a:xfrm>
                <a:off x="1190625" y="2385695"/>
                <a:ext cx="123825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1" name="Ink 30"/>
              <p14:cNvContentPartPr/>
              <p14:nvPr/>
            </p14:nvContentPartPr>
            <p14:xfrm>
              <a:off x="3023870" y="2928620"/>
              <a:ext cx="176530" cy="138430"/>
            </p14:xfrm>
          </p:contentPart>
        </mc:Choice>
        <mc:Fallback xmlns="">
          <p:pic>
            <p:nvPicPr>
              <p:cNvPr id="31" name="Ink 30"/>
            </p:nvPicPr>
            <p:blipFill>
              <a:blip r:embed="rId55"/>
            </p:blipFill>
            <p:spPr>
              <a:xfrm>
                <a:off x="3023870" y="2928620"/>
                <a:ext cx="176530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2" name="Ink 31"/>
              <p14:cNvContentPartPr/>
              <p14:nvPr/>
            </p14:nvContentPartPr>
            <p14:xfrm>
              <a:off x="3042920" y="3143250"/>
              <a:ext cx="24130" cy="180975"/>
            </p14:xfrm>
          </p:contentPart>
        </mc:Choice>
        <mc:Fallback xmlns="">
          <p:pic>
            <p:nvPicPr>
              <p:cNvPr id="32" name="Ink 31"/>
            </p:nvPicPr>
            <p:blipFill>
              <a:blip r:embed="rId57"/>
            </p:blipFill>
            <p:spPr>
              <a:xfrm>
                <a:off x="3042920" y="3143250"/>
                <a:ext cx="2413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3" name="Ink 32"/>
              <p14:cNvContentPartPr/>
              <p14:nvPr/>
            </p14:nvContentPartPr>
            <p14:xfrm>
              <a:off x="3848100" y="2700020"/>
              <a:ext cx="209550" cy="157480"/>
            </p14:xfrm>
          </p:contentPart>
        </mc:Choice>
        <mc:Fallback xmlns="">
          <p:pic>
            <p:nvPicPr>
              <p:cNvPr id="33" name="Ink 32"/>
            </p:nvPicPr>
            <p:blipFill>
              <a:blip r:embed="rId59"/>
            </p:blipFill>
            <p:spPr>
              <a:xfrm>
                <a:off x="3848100" y="2700020"/>
                <a:ext cx="20955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4" name="Ink 33"/>
              <p14:cNvContentPartPr/>
              <p14:nvPr/>
            </p14:nvContentPartPr>
            <p14:xfrm>
              <a:off x="3061970" y="4743450"/>
              <a:ext cx="360" cy="128270"/>
            </p14:xfrm>
          </p:contentPart>
        </mc:Choice>
        <mc:Fallback xmlns="">
          <p:pic>
            <p:nvPicPr>
              <p:cNvPr id="34" name="Ink 33"/>
            </p:nvPicPr>
            <p:blipFill>
              <a:blip r:embed="rId61"/>
            </p:blipFill>
            <p:spPr>
              <a:xfrm>
                <a:off x="3061970" y="4743450"/>
                <a:ext cx="360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5" name="Ink 34"/>
              <p14:cNvContentPartPr/>
              <p14:nvPr/>
            </p14:nvContentPartPr>
            <p14:xfrm>
              <a:off x="2957195" y="4947920"/>
              <a:ext cx="9525" cy="157480"/>
            </p14:xfrm>
          </p:contentPart>
        </mc:Choice>
        <mc:Fallback xmlns="">
          <p:pic>
            <p:nvPicPr>
              <p:cNvPr id="35" name="Ink 34"/>
            </p:nvPicPr>
            <p:blipFill>
              <a:blip r:embed="rId63"/>
            </p:blipFill>
            <p:spPr>
              <a:xfrm>
                <a:off x="2957195" y="4947920"/>
                <a:ext cx="95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6" name="Ink 35"/>
              <p14:cNvContentPartPr/>
              <p14:nvPr/>
            </p14:nvContentPartPr>
            <p14:xfrm>
              <a:off x="3023870" y="5176520"/>
              <a:ext cx="360" cy="123825"/>
            </p14:xfrm>
          </p:contentPart>
        </mc:Choice>
        <mc:Fallback xmlns="">
          <p:pic>
            <p:nvPicPr>
              <p:cNvPr id="36" name="Ink 35"/>
            </p:nvPicPr>
            <p:blipFill>
              <a:blip r:embed="rId65"/>
            </p:blipFill>
            <p:spPr>
              <a:xfrm>
                <a:off x="3023870" y="5176520"/>
                <a:ext cx="36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7" name="Ink 36"/>
              <p14:cNvContentPartPr/>
              <p14:nvPr/>
            </p14:nvContentPartPr>
            <p14:xfrm>
              <a:off x="4566920" y="4867275"/>
              <a:ext cx="9525" cy="219075"/>
            </p14:xfrm>
          </p:contentPart>
        </mc:Choice>
        <mc:Fallback xmlns="">
          <p:pic>
            <p:nvPicPr>
              <p:cNvPr id="37" name="Ink 36"/>
            </p:nvPicPr>
            <p:blipFill>
              <a:blip r:embed="rId67"/>
            </p:blipFill>
            <p:spPr>
              <a:xfrm>
                <a:off x="4566920" y="4867275"/>
                <a:ext cx="9525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8" name="Ink 37"/>
              <p14:cNvContentPartPr/>
              <p14:nvPr/>
            </p14:nvContentPartPr>
            <p14:xfrm>
              <a:off x="4495800" y="4500245"/>
              <a:ext cx="190500" cy="186055"/>
            </p14:xfrm>
          </p:contentPart>
        </mc:Choice>
        <mc:Fallback xmlns="">
          <p:pic>
            <p:nvPicPr>
              <p:cNvPr id="38" name="Ink 37"/>
            </p:nvPicPr>
            <p:blipFill>
              <a:blip r:embed="rId69"/>
            </p:blipFill>
            <p:spPr>
              <a:xfrm>
                <a:off x="4495800" y="4500245"/>
                <a:ext cx="190500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9" name="Ink 38"/>
              <p14:cNvContentPartPr/>
              <p14:nvPr/>
            </p14:nvContentPartPr>
            <p14:xfrm>
              <a:off x="6343650" y="4605020"/>
              <a:ext cx="152400" cy="152400"/>
            </p14:xfrm>
          </p:contentPart>
        </mc:Choice>
        <mc:Fallback xmlns="">
          <p:pic>
            <p:nvPicPr>
              <p:cNvPr id="39" name="Ink 38"/>
            </p:nvPicPr>
            <p:blipFill>
              <a:blip r:embed="rId71"/>
            </p:blipFill>
            <p:spPr>
              <a:xfrm>
                <a:off x="6343650" y="4605020"/>
                <a:ext cx="15240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0" name="Ink 39"/>
              <p14:cNvContentPartPr/>
              <p14:nvPr/>
            </p14:nvContentPartPr>
            <p14:xfrm>
              <a:off x="6595745" y="4629150"/>
              <a:ext cx="114300" cy="147320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73"/>
            </p:blipFill>
            <p:spPr>
              <a:xfrm>
                <a:off x="6595745" y="4629150"/>
                <a:ext cx="114300" cy="147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1" name="Ink 40"/>
              <p14:cNvContentPartPr/>
              <p14:nvPr/>
            </p14:nvContentPartPr>
            <p14:xfrm>
              <a:off x="5448300" y="4295775"/>
              <a:ext cx="433070" cy="309245"/>
            </p14:xfrm>
          </p:contentPart>
        </mc:Choice>
        <mc:Fallback xmlns="">
          <p:pic>
            <p:nvPicPr>
              <p:cNvPr id="41" name="Ink 40"/>
            </p:nvPicPr>
            <p:blipFill>
              <a:blip r:embed="rId75"/>
            </p:blipFill>
            <p:spPr>
              <a:xfrm>
                <a:off x="5448300" y="4295775"/>
                <a:ext cx="433070" cy="309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42" name="Ink 41"/>
              <p14:cNvContentPartPr/>
              <p14:nvPr/>
            </p14:nvContentPartPr>
            <p14:xfrm>
              <a:off x="5419725" y="4262120"/>
              <a:ext cx="85725" cy="71755"/>
            </p14:xfrm>
          </p:contentPart>
        </mc:Choice>
        <mc:Fallback xmlns="">
          <p:pic>
            <p:nvPicPr>
              <p:cNvPr id="42" name="Ink 41"/>
            </p:nvPicPr>
            <p:blipFill>
              <a:blip r:embed="rId77"/>
            </p:blipFill>
            <p:spPr>
              <a:xfrm>
                <a:off x="5419725" y="4262120"/>
                <a:ext cx="85725" cy="71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3" name="Ink 42"/>
              <p14:cNvContentPartPr/>
              <p14:nvPr/>
            </p14:nvContentPartPr>
            <p14:xfrm>
              <a:off x="4552950" y="3242945"/>
              <a:ext cx="175895" cy="167005"/>
            </p14:xfrm>
          </p:contentPart>
        </mc:Choice>
        <mc:Fallback xmlns="">
          <p:pic>
            <p:nvPicPr>
              <p:cNvPr id="43" name="Ink 42"/>
            </p:nvPicPr>
            <p:blipFill>
              <a:blip r:embed="rId79"/>
            </p:blipFill>
            <p:spPr>
              <a:xfrm>
                <a:off x="4552950" y="3242945"/>
                <a:ext cx="175895" cy="167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4" name="Ink 43"/>
              <p14:cNvContentPartPr/>
              <p14:nvPr/>
            </p14:nvContentPartPr>
            <p14:xfrm>
              <a:off x="6296025" y="3067050"/>
              <a:ext cx="261620" cy="318770"/>
            </p14:xfrm>
          </p:contentPart>
        </mc:Choice>
        <mc:Fallback xmlns="">
          <p:pic>
            <p:nvPicPr>
              <p:cNvPr id="44" name="Ink 43"/>
            </p:nvPicPr>
            <p:blipFill>
              <a:blip r:embed="rId81"/>
            </p:blipFill>
            <p:spPr>
              <a:xfrm>
                <a:off x="6296025" y="3067050"/>
                <a:ext cx="261620" cy="3187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5" name="Ink 44"/>
              <p14:cNvContentPartPr/>
              <p14:nvPr/>
            </p14:nvContentPartPr>
            <p14:xfrm>
              <a:off x="6686550" y="3028950"/>
              <a:ext cx="13970" cy="219075"/>
            </p14:xfrm>
          </p:contentPart>
        </mc:Choice>
        <mc:Fallback xmlns="">
          <p:pic>
            <p:nvPicPr>
              <p:cNvPr id="45" name="Ink 44"/>
            </p:nvPicPr>
            <p:blipFill>
              <a:blip r:embed="rId83"/>
            </p:blipFill>
            <p:spPr>
              <a:xfrm>
                <a:off x="6686550" y="3028950"/>
                <a:ext cx="1397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6" name="Ink 45"/>
              <p14:cNvContentPartPr/>
              <p14:nvPr/>
            </p14:nvContentPartPr>
            <p14:xfrm>
              <a:off x="5062220" y="1743075"/>
              <a:ext cx="1028700" cy="771525"/>
            </p14:xfrm>
          </p:contentPart>
        </mc:Choice>
        <mc:Fallback xmlns="">
          <p:pic>
            <p:nvPicPr>
              <p:cNvPr id="46" name="Ink 45"/>
            </p:nvPicPr>
            <p:blipFill>
              <a:blip r:embed="rId85"/>
            </p:blipFill>
            <p:spPr>
              <a:xfrm>
                <a:off x="5062220" y="1743075"/>
                <a:ext cx="1028700" cy="771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7" name="Ink 46"/>
              <p14:cNvContentPartPr/>
              <p14:nvPr/>
            </p14:nvContentPartPr>
            <p14:xfrm>
              <a:off x="4972050" y="1685925"/>
              <a:ext cx="128270" cy="166370"/>
            </p14:xfrm>
          </p:contentPart>
        </mc:Choice>
        <mc:Fallback xmlns="">
          <p:pic>
            <p:nvPicPr>
              <p:cNvPr id="47" name="Ink 46"/>
            </p:nvPicPr>
            <p:blipFill>
              <a:blip r:embed="rId87"/>
            </p:blipFill>
            <p:spPr>
              <a:xfrm>
                <a:off x="4972050" y="1685925"/>
                <a:ext cx="12827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8" name="Ink 47"/>
              <p14:cNvContentPartPr/>
              <p14:nvPr/>
            </p14:nvContentPartPr>
            <p14:xfrm>
              <a:off x="5314950" y="5138420"/>
              <a:ext cx="852170" cy="814705"/>
            </p14:xfrm>
          </p:contentPart>
        </mc:Choice>
        <mc:Fallback xmlns="">
          <p:pic>
            <p:nvPicPr>
              <p:cNvPr id="48" name="Ink 47"/>
            </p:nvPicPr>
            <p:blipFill>
              <a:blip r:embed="rId89"/>
            </p:blipFill>
            <p:spPr>
              <a:xfrm>
                <a:off x="5314950" y="5138420"/>
                <a:ext cx="852170" cy="814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49" name="Ink 48"/>
              <p14:cNvContentPartPr/>
              <p14:nvPr/>
            </p14:nvContentPartPr>
            <p14:xfrm>
              <a:off x="5276850" y="5905500"/>
              <a:ext cx="95250" cy="123825"/>
            </p14:xfrm>
          </p:contentPart>
        </mc:Choice>
        <mc:Fallback xmlns="">
          <p:pic>
            <p:nvPicPr>
              <p:cNvPr id="49" name="Ink 48"/>
            </p:nvPicPr>
            <p:blipFill>
              <a:blip r:embed="rId91"/>
            </p:blipFill>
            <p:spPr>
              <a:xfrm>
                <a:off x="5276850" y="5905500"/>
                <a:ext cx="9525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50" name="Ink 49"/>
              <p14:cNvContentPartPr/>
              <p14:nvPr/>
            </p14:nvContentPartPr>
            <p14:xfrm>
              <a:off x="2981325" y="2938145"/>
              <a:ext cx="219075" cy="138430"/>
            </p14:xfrm>
          </p:contentPart>
        </mc:Choice>
        <mc:Fallback xmlns="">
          <p:pic>
            <p:nvPicPr>
              <p:cNvPr id="50" name="Ink 49"/>
            </p:nvPicPr>
            <p:blipFill>
              <a:blip r:embed="rId93"/>
            </p:blipFill>
            <p:spPr>
              <a:xfrm>
                <a:off x="2981325" y="2938145"/>
                <a:ext cx="219075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51" name="Ink 50"/>
              <p14:cNvContentPartPr/>
              <p14:nvPr/>
            </p14:nvContentPartPr>
            <p14:xfrm>
              <a:off x="3305175" y="2924175"/>
              <a:ext cx="9525" cy="128270"/>
            </p14:xfrm>
          </p:contentPart>
        </mc:Choice>
        <mc:Fallback xmlns="">
          <p:pic>
            <p:nvPicPr>
              <p:cNvPr id="51" name="Ink 50"/>
            </p:nvPicPr>
            <p:blipFill>
              <a:blip r:embed="rId95"/>
            </p:blipFill>
            <p:spPr>
              <a:xfrm>
                <a:off x="3305175" y="2924175"/>
                <a:ext cx="9525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52" name="Ink 51"/>
              <p14:cNvContentPartPr/>
              <p14:nvPr/>
            </p14:nvContentPartPr>
            <p14:xfrm>
              <a:off x="3766820" y="2671445"/>
              <a:ext cx="376555" cy="224155"/>
            </p14:xfrm>
          </p:contentPart>
        </mc:Choice>
        <mc:Fallback xmlns="">
          <p:pic>
            <p:nvPicPr>
              <p:cNvPr id="52" name="Ink 51"/>
            </p:nvPicPr>
            <p:blipFill>
              <a:blip r:embed="rId97"/>
            </p:blipFill>
            <p:spPr>
              <a:xfrm>
                <a:off x="3766820" y="2671445"/>
                <a:ext cx="37655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53" name="Ink 52"/>
              <p14:cNvContentPartPr/>
              <p14:nvPr/>
            </p14:nvContentPartPr>
            <p14:xfrm>
              <a:off x="4214495" y="2680970"/>
              <a:ext cx="19050" cy="161925"/>
            </p14:xfrm>
          </p:contentPart>
        </mc:Choice>
        <mc:Fallback xmlns="">
          <p:pic>
            <p:nvPicPr>
              <p:cNvPr id="53" name="Ink 52"/>
            </p:nvPicPr>
            <p:blipFill>
              <a:blip r:embed="rId99"/>
            </p:blipFill>
            <p:spPr>
              <a:xfrm>
                <a:off x="4214495" y="2680970"/>
                <a:ext cx="19050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54" name="Ink 53"/>
              <p14:cNvContentPartPr/>
              <p14:nvPr/>
            </p14:nvContentPartPr>
            <p14:xfrm>
              <a:off x="6557645" y="3076575"/>
              <a:ext cx="233680" cy="166370"/>
            </p14:xfrm>
          </p:contentPart>
        </mc:Choice>
        <mc:Fallback xmlns="">
          <p:pic>
            <p:nvPicPr>
              <p:cNvPr id="54" name="Ink 53"/>
            </p:nvPicPr>
            <p:blipFill>
              <a:blip r:embed="rId101"/>
            </p:blipFill>
            <p:spPr>
              <a:xfrm>
                <a:off x="6557645" y="3076575"/>
                <a:ext cx="23368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55" name="Ink 54"/>
              <p14:cNvContentPartPr/>
              <p14:nvPr/>
            </p14:nvContentPartPr>
            <p14:xfrm>
              <a:off x="6862445" y="3086100"/>
              <a:ext cx="109855" cy="128270"/>
            </p14:xfrm>
          </p:contentPart>
        </mc:Choice>
        <mc:Fallback xmlns="">
          <p:pic>
            <p:nvPicPr>
              <p:cNvPr id="55" name="Ink 54"/>
            </p:nvPicPr>
            <p:blipFill>
              <a:blip r:embed="rId103"/>
            </p:blipFill>
            <p:spPr>
              <a:xfrm>
                <a:off x="6862445" y="3086100"/>
                <a:ext cx="109855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56" name="Ink 55"/>
              <p14:cNvContentPartPr/>
              <p14:nvPr/>
            </p14:nvContentPartPr>
            <p14:xfrm>
              <a:off x="2857500" y="5019675"/>
              <a:ext cx="238125" cy="85725"/>
            </p14:xfrm>
          </p:contentPart>
        </mc:Choice>
        <mc:Fallback xmlns="">
          <p:pic>
            <p:nvPicPr>
              <p:cNvPr id="56" name="Ink 55"/>
            </p:nvPicPr>
            <p:blipFill>
              <a:blip r:embed="rId105"/>
            </p:blipFill>
            <p:spPr>
              <a:xfrm>
                <a:off x="2857500" y="5019675"/>
                <a:ext cx="238125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57" name="Ink 56"/>
              <p14:cNvContentPartPr/>
              <p14:nvPr/>
            </p14:nvContentPartPr>
            <p14:xfrm>
              <a:off x="3133725" y="4957445"/>
              <a:ext cx="147320" cy="109855"/>
            </p14:xfrm>
          </p:contentPart>
        </mc:Choice>
        <mc:Fallback xmlns="">
          <p:pic>
            <p:nvPicPr>
              <p:cNvPr id="57" name="Ink 56"/>
            </p:nvPicPr>
            <p:blipFill>
              <a:blip r:embed="rId107"/>
            </p:blipFill>
            <p:spPr>
              <a:xfrm>
                <a:off x="3133725" y="4957445"/>
                <a:ext cx="147320" cy="109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58" name="Ink 57"/>
              <p14:cNvContentPartPr/>
              <p14:nvPr/>
            </p14:nvContentPartPr>
            <p14:xfrm>
              <a:off x="4495800" y="4905375"/>
              <a:ext cx="238125" cy="99695"/>
            </p14:xfrm>
          </p:contentPart>
        </mc:Choice>
        <mc:Fallback xmlns="">
          <p:pic>
            <p:nvPicPr>
              <p:cNvPr id="58" name="Ink 57"/>
            </p:nvPicPr>
            <p:blipFill>
              <a:blip r:embed="rId109"/>
            </p:blipFill>
            <p:spPr>
              <a:xfrm>
                <a:off x="4495800" y="4905375"/>
                <a:ext cx="238125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59" name="Ink 58"/>
              <p14:cNvContentPartPr/>
              <p14:nvPr/>
            </p14:nvContentPartPr>
            <p14:xfrm>
              <a:off x="4695825" y="4976495"/>
              <a:ext cx="219075" cy="142875"/>
            </p14:xfrm>
          </p:contentPart>
        </mc:Choice>
        <mc:Fallback xmlns="">
          <p:pic>
            <p:nvPicPr>
              <p:cNvPr id="59" name="Ink 58"/>
            </p:nvPicPr>
            <p:blipFill>
              <a:blip r:embed="rId111"/>
            </p:blipFill>
            <p:spPr>
              <a:xfrm>
                <a:off x="4695825" y="4976495"/>
                <a:ext cx="219075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60" name="Ink 59"/>
              <p14:cNvContentPartPr/>
              <p14:nvPr/>
            </p14:nvContentPartPr>
            <p14:xfrm>
              <a:off x="6619875" y="4591050"/>
              <a:ext cx="114300" cy="219075"/>
            </p14:xfrm>
          </p:contentPart>
        </mc:Choice>
        <mc:Fallback xmlns="">
          <p:pic>
            <p:nvPicPr>
              <p:cNvPr id="60" name="Ink 59"/>
            </p:nvPicPr>
            <p:blipFill>
              <a:blip r:embed="rId113"/>
            </p:blipFill>
            <p:spPr>
              <a:xfrm>
                <a:off x="6619875" y="4591050"/>
                <a:ext cx="11430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61" name="Ink 60"/>
              <p14:cNvContentPartPr/>
              <p14:nvPr/>
            </p14:nvContentPartPr>
            <p14:xfrm>
              <a:off x="6805295" y="4566920"/>
              <a:ext cx="5080" cy="219075"/>
            </p14:xfrm>
          </p:contentPart>
        </mc:Choice>
        <mc:Fallback xmlns="">
          <p:pic>
            <p:nvPicPr>
              <p:cNvPr id="61" name="Ink 60"/>
            </p:nvPicPr>
            <p:blipFill>
              <a:blip r:embed="rId115"/>
            </p:blipFill>
            <p:spPr>
              <a:xfrm>
                <a:off x="6805295" y="4566920"/>
                <a:ext cx="5080" cy="219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62" name="Ink 61"/>
              <p14:cNvContentPartPr/>
              <p14:nvPr/>
            </p14:nvContentPartPr>
            <p14:xfrm>
              <a:off x="6400800" y="4505325"/>
              <a:ext cx="547370" cy="295275"/>
            </p14:xfrm>
          </p:contentPart>
        </mc:Choice>
        <mc:Fallback xmlns="">
          <p:pic>
            <p:nvPicPr>
              <p:cNvPr id="62" name="Ink 61"/>
            </p:nvPicPr>
            <p:blipFill>
              <a:blip r:embed="rId117"/>
            </p:blipFill>
            <p:spPr>
              <a:xfrm>
                <a:off x="6400800" y="4505325"/>
                <a:ext cx="547370" cy="295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8" p14:bwMode="auto">
            <p14:nvContentPartPr>
              <p14:cNvPr id="63" name="Ink 62"/>
              <p14:cNvContentPartPr/>
              <p14:nvPr/>
            </p14:nvContentPartPr>
            <p14:xfrm>
              <a:off x="6572250" y="4919345"/>
              <a:ext cx="23495" cy="219075"/>
            </p14:xfrm>
          </p:contentPart>
        </mc:Choice>
        <mc:Fallback xmlns="">
          <p:pic>
            <p:nvPicPr>
              <p:cNvPr id="63" name="Ink 62"/>
            </p:nvPicPr>
            <p:blipFill>
              <a:blip r:embed="rId119"/>
            </p:blipFill>
            <p:spPr>
              <a:xfrm>
                <a:off x="6572250" y="4919345"/>
                <a:ext cx="23495" cy="21907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JK Flip Flop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55880" y="2036445"/>
          <a:ext cx="12080240" cy="460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067550" imgH="2695575" progId="Paint.Picture">
                  <p:embed/>
                </p:oleObj>
              </mc:Choice>
              <mc:Fallback>
                <p:oleObj name="" r:id="rId1" imgW="7067550" imgH="269557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880" y="2036445"/>
                        <a:ext cx="12080240" cy="4607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6" name="Ink 5"/>
              <p14:cNvContentPartPr/>
              <p14:nvPr/>
            </p14:nvContentPartPr>
            <p14:xfrm>
              <a:off x="0" y="3819525"/>
              <a:ext cx="614045" cy="633095"/>
            </p14:xfrm>
          </p:contentPart>
        </mc:Choice>
        <mc:Fallback xmlns="">
          <p:pic>
            <p:nvPicPr>
              <p:cNvPr id="6" name="Ink 5"/>
            </p:nvPicPr>
            <p:blipFill>
              <a:blip r:embed="rId4"/>
            </p:blipFill>
            <p:spPr>
              <a:xfrm>
                <a:off x="0" y="3819525"/>
                <a:ext cx="614045" cy="633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7" name="Ink 6"/>
              <p14:cNvContentPartPr/>
              <p14:nvPr/>
            </p14:nvContentPartPr>
            <p14:xfrm>
              <a:off x="2576195" y="5186045"/>
              <a:ext cx="314325" cy="452755"/>
            </p14:xfrm>
          </p:contentPart>
        </mc:Choice>
        <mc:Fallback xmlns="">
          <p:pic>
            <p:nvPicPr>
              <p:cNvPr id="7" name="Ink 6"/>
            </p:nvPicPr>
            <p:blipFill>
              <a:blip r:embed="rId6"/>
            </p:blipFill>
            <p:spPr>
              <a:xfrm>
                <a:off x="2576195" y="5186045"/>
                <a:ext cx="314325" cy="452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8" name="Ink 7"/>
              <p14:cNvContentPartPr/>
              <p14:nvPr/>
            </p14:nvContentPartPr>
            <p14:xfrm>
              <a:off x="2461895" y="2871470"/>
              <a:ext cx="438150" cy="609600"/>
            </p14:xfrm>
          </p:contentPart>
        </mc:Choice>
        <mc:Fallback xmlns="">
          <p:pic>
            <p:nvPicPr>
              <p:cNvPr id="8" name="Ink 7"/>
            </p:nvPicPr>
            <p:blipFill>
              <a:blip r:embed="rId8"/>
            </p:blipFill>
            <p:spPr>
              <a:xfrm>
                <a:off x="2461895" y="2871470"/>
                <a:ext cx="438150" cy="609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9" name="Ink 8"/>
              <p14:cNvContentPartPr/>
              <p14:nvPr/>
            </p14:nvContentPartPr>
            <p14:xfrm>
              <a:off x="6405245" y="2252345"/>
              <a:ext cx="538480" cy="967105"/>
            </p14:xfrm>
          </p:contentPart>
        </mc:Choice>
        <mc:Fallback xmlns="">
          <p:pic>
            <p:nvPicPr>
              <p:cNvPr id="9" name="Ink 8"/>
            </p:nvPicPr>
            <p:blipFill>
              <a:blip r:embed="rId10"/>
            </p:blipFill>
            <p:spPr>
              <a:xfrm>
                <a:off x="6405245" y="2252345"/>
                <a:ext cx="538480" cy="967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0" name="Ink 9"/>
              <p14:cNvContentPartPr/>
              <p14:nvPr/>
            </p14:nvContentPartPr>
            <p14:xfrm>
              <a:off x="6376670" y="2162175"/>
              <a:ext cx="76200" cy="175895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2"/>
            </p:blipFill>
            <p:spPr>
              <a:xfrm>
                <a:off x="6376670" y="2162175"/>
                <a:ext cx="76200" cy="175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1" name="Ink 10"/>
              <p14:cNvContentPartPr/>
              <p14:nvPr/>
            </p14:nvContentPartPr>
            <p14:xfrm>
              <a:off x="5824220" y="5681345"/>
              <a:ext cx="995680" cy="86233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4"/>
            </p:blipFill>
            <p:spPr>
              <a:xfrm>
                <a:off x="5824220" y="5681345"/>
                <a:ext cx="995680" cy="862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2" name="Ink 11"/>
              <p14:cNvContentPartPr/>
              <p14:nvPr/>
            </p14:nvContentPartPr>
            <p14:xfrm>
              <a:off x="5776595" y="6429375"/>
              <a:ext cx="114300" cy="161925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16"/>
            </p:blipFill>
            <p:spPr>
              <a:xfrm>
                <a:off x="5776595" y="6429375"/>
                <a:ext cx="114300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3" name="Ink 12"/>
              <p14:cNvContentPartPr/>
              <p14:nvPr/>
            </p14:nvContentPartPr>
            <p14:xfrm>
              <a:off x="1433195" y="3876675"/>
              <a:ext cx="957580" cy="937895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18"/>
            </p:blipFill>
            <p:spPr>
              <a:xfrm>
                <a:off x="1433195" y="3876675"/>
                <a:ext cx="957580" cy="937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4" name="Ink 13"/>
              <p14:cNvContentPartPr/>
              <p14:nvPr/>
            </p14:nvContentPartPr>
            <p14:xfrm>
              <a:off x="7091045" y="3090545"/>
              <a:ext cx="200025" cy="17145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20"/>
            </p:blipFill>
            <p:spPr>
              <a:xfrm>
                <a:off x="7091045" y="3090545"/>
                <a:ext cx="20002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5" name="Ink 14"/>
              <p14:cNvContentPartPr/>
              <p14:nvPr/>
            </p14:nvContentPartPr>
            <p14:xfrm>
              <a:off x="2066925" y="3105150"/>
              <a:ext cx="360" cy="238125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22"/>
            </p:blipFill>
            <p:spPr>
              <a:xfrm>
                <a:off x="2066925" y="3105150"/>
                <a:ext cx="360" cy="238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6" name="Ink 15"/>
              <p14:cNvContentPartPr/>
              <p14:nvPr/>
            </p14:nvContentPartPr>
            <p14:xfrm>
              <a:off x="2152650" y="5400675"/>
              <a:ext cx="19050" cy="371475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24"/>
            </p:blipFill>
            <p:spPr>
              <a:xfrm>
                <a:off x="2152650" y="5400675"/>
                <a:ext cx="19050" cy="371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7" name="Ink 16"/>
              <p14:cNvContentPartPr/>
              <p14:nvPr/>
            </p14:nvContentPartPr>
            <p14:xfrm>
              <a:off x="2919095" y="4004945"/>
              <a:ext cx="47625" cy="333375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26"/>
            </p:blipFill>
            <p:spPr>
              <a:xfrm>
                <a:off x="2919095" y="4004945"/>
                <a:ext cx="47625" cy="333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8" name="Ink 17"/>
              <p14:cNvContentPartPr/>
              <p14:nvPr/>
            </p14:nvContentPartPr>
            <p14:xfrm>
              <a:off x="7138670" y="3067050"/>
              <a:ext cx="142875" cy="156845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28"/>
            </p:blipFill>
            <p:spPr>
              <a:xfrm>
                <a:off x="7138670" y="3067050"/>
                <a:ext cx="14287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9" name="Ink 18"/>
              <p14:cNvContentPartPr/>
              <p14:nvPr/>
            </p14:nvContentPartPr>
            <p14:xfrm>
              <a:off x="7462520" y="3086100"/>
              <a:ext cx="19050" cy="223520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30"/>
            </p:blipFill>
            <p:spPr>
              <a:xfrm>
                <a:off x="7462520" y="3086100"/>
                <a:ext cx="19050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0" name="Ink 19"/>
              <p14:cNvContentPartPr/>
              <p14:nvPr/>
            </p14:nvContentPartPr>
            <p14:xfrm>
              <a:off x="7414895" y="3138170"/>
              <a:ext cx="180975" cy="157480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32"/>
            </p:blipFill>
            <p:spPr>
              <a:xfrm>
                <a:off x="7414895" y="3138170"/>
                <a:ext cx="18097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1" name="Ink 20"/>
              <p14:cNvContentPartPr/>
              <p14:nvPr/>
            </p14:nvContentPartPr>
            <p14:xfrm>
              <a:off x="7662545" y="3195320"/>
              <a:ext cx="152400" cy="190500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34"/>
            </p:blipFill>
            <p:spPr>
              <a:xfrm>
                <a:off x="7662545" y="3195320"/>
                <a:ext cx="1524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2" name="Ink 21"/>
              <p14:cNvContentPartPr/>
              <p14:nvPr/>
            </p14:nvContentPartPr>
            <p14:xfrm>
              <a:off x="7562850" y="3209925"/>
              <a:ext cx="180975" cy="37592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6"/>
            </p:blipFill>
            <p:spPr>
              <a:xfrm>
                <a:off x="7562850" y="3209925"/>
                <a:ext cx="180975" cy="375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3" name="Ink 22"/>
              <p14:cNvContentPartPr/>
              <p14:nvPr/>
            </p14:nvContentPartPr>
            <p14:xfrm>
              <a:off x="7300595" y="3652520"/>
              <a:ext cx="43180" cy="281305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38"/>
            </p:blipFill>
            <p:spPr>
              <a:xfrm>
                <a:off x="7300595" y="3652520"/>
                <a:ext cx="43180" cy="281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4" name="Ink 23"/>
              <p14:cNvContentPartPr/>
              <p14:nvPr/>
            </p14:nvContentPartPr>
            <p14:xfrm>
              <a:off x="3409950" y="3990975"/>
              <a:ext cx="360" cy="280670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40"/>
            </p:blipFill>
            <p:spPr>
              <a:xfrm>
                <a:off x="3409950" y="3990975"/>
                <a:ext cx="360" cy="280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5" name="Ink 24"/>
              <p14:cNvContentPartPr/>
              <p14:nvPr/>
            </p14:nvContentPartPr>
            <p14:xfrm>
              <a:off x="3385820" y="4019550"/>
              <a:ext cx="119380" cy="9525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42"/>
            </p:blipFill>
            <p:spPr>
              <a:xfrm>
                <a:off x="3385820" y="4019550"/>
                <a:ext cx="11938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6" name="Ink 25"/>
              <p14:cNvContentPartPr/>
              <p14:nvPr/>
            </p14:nvContentPartPr>
            <p14:xfrm>
              <a:off x="3452495" y="4119245"/>
              <a:ext cx="66675" cy="360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44"/>
            </p:blipFill>
            <p:spPr>
              <a:xfrm>
                <a:off x="3452495" y="4119245"/>
                <a:ext cx="666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7" name="Ink 26"/>
              <p14:cNvContentPartPr/>
              <p14:nvPr/>
            </p14:nvContentPartPr>
            <p14:xfrm>
              <a:off x="3442970" y="4229100"/>
              <a:ext cx="66675" cy="360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44"/>
            </p:blipFill>
            <p:spPr>
              <a:xfrm>
                <a:off x="3442970" y="4229100"/>
                <a:ext cx="66675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714600" y="167400"/>
              <a:ext cx="11058120" cy="64062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714600" y="167400"/>
                <a:ext cx="11058120" cy="64062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bit Counter</a:t>
            </a:r>
            <a:endParaRPr lang="en-US"/>
          </a:p>
        </p:txBody>
      </p:sp>
      <p:pic>
        <p:nvPicPr>
          <p:cNvPr id="9" name="Content Placeholder 8" descr="mediana_3901610373422177325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242175" y="1691005"/>
            <a:ext cx="4572000" cy="4238625"/>
          </a:xfrm>
          <a:prstGeom prst="rect">
            <a:avLst/>
          </a:prstGeom>
        </p:spPr>
      </p:pic>
      <p:pic>
        <p:nvPicPr>
          <p:cNvPr id="11" name="Content Placeholder 10" descr="6zRjKerjhqixco9r3icMfjzcHbOcMn4nJnGAypo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1155" y="2461895"/>
            <a:ext cx="6377305" cy="2697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Ink 3"/>
              <p14:cNvContentPartPr/>
              <p14:nvPr/>
            </p14:nvContentPartPr>
            <p14:xfrm>
              <a:off x="2409825" y="4895850"/>
              <a:ext cx="114300" cy="161925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2409825" y="4895850"/>
                <a:ext cx="114300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8" name="Ink 57"/>
              <p14:cNvContentPartPr/>
              <p14:nvPr/>
            </p14:nvContentPartPr>
            <p14:xfrm>
              <a:off x="5252720" y="4900295"/>
              <a:ext cx="28575" cy="167005"/>
            </p14:xfrm>
          </p:contentPart>
        </mc:Choice>
        <mc:Fallback xmlns="">
          <p:pic>
            <p:nvPicPr>
              <p:cNvPr id="58" name="Ink 57"/>
            </p:nvPicPr>
            <p:blipFill>
              <a:blip r:embed="rId6"/>
            </p:blipFill>
            <p:spPr>
              <a:xfrm>
                <a:off x="5252720" y="4900295"/>
                <a:ext cx="28575" cy="167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59" name="Ink 58"/>
              <p14:cNvContentPartPr/>
              <p14:nvPr/>
            </p14:nvContentPartPr>
            <p14:xfrm>
              <a:off x="6286500" y="2471420"/>
              <a:ext cx="371475" cy="352425"/>
            </p14:xfrm>
          </p:contentPart>
        </mc:Choice>
        <mc:Fallback xmlns="">
          <p:pic>
            <p:nvPicPr>
              <p:cNvPr id="59" name="Ink 58"/>
            </p:nvPicPr>
            <p:blipFill>
              <a:blip r:embed="rId8"/>
            </p:blipFill>
            <p:spPr>
              <a:xfrm>
                <a:off x="6286500" y="2471420"/>
                <a:ext cx="371475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60" name="Ink 59"/>
              <p14:cNvContentPartPr/>
              <p14:nvPr/>
            </p14:nvContentPartPr>
            <p14:xfrm>
              <a:off x="6271895" y="3671570"/>
              <a:ext cx="400050" cy="290830"/>
            </p14:xfrm>
          </p:contentPart>
        </mc:Choice>
        <mc:Fallback xmlns="">
          <p:pic>
            <p:nvPicPr>
              <p:cNvPr id="60" name="Ink 59"/>
            </p:nvPicPr>
            <p:blipFill>
              <a:blip r:embed="rId10"/>
            </p:blipFill>
            <p:spPr>
              <a:xfrm>
                <a:off x="6271895" y="3671570"/>
                <a:ext cx="400050" cy="290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61" name="Ink 60"/>
              <p14:cNvContentPartPr/>
              <p14:nvPr/>
            </p14:nvContentPartPr>
            <p14:xfrm>
              <a:off x="1152525" y="2590800"/>
              <a:ext cx="528320" cy="394970"/>
            </p14:xfrm>
          </p:contentPart>
        </mc:Choice>
        <mc:Fallback xmlns="">
          <p:pic>
            <p:nvPicPr>
              <p:cNvPr id="61" name="Ink 60"/>
            </p:nvPicPr>
            <p:blipFill>
              <a:blip r:embed="rId12"/>
            </p:blipFill>
            <p:spPr>
              <a:xfrm>
                <a:off x="1152525" y="2590800"/>
                <a:ext cx="528320" cy="394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62" name="Ink 61"/>
              <p14:cNvContentPartPr/>
              <p14:nvPr/>
            </p14:nvContentPartPr>
            <p14:xfrm>
              <a:off x="823595" y="2705100"/>
              <a:ext cx="24130" cy="209550"/>
            </p14:xfrm>
          </p:contentPart>
        </mc:Choice>
        <mc:Fallback xmlns="">
          <p:pic>
            <p:nvPicPr>
              <p:cNvPr id="62" name="Ink 61"/>
            </p:nvPicPr>
            <p:blipFill>
              <a:blip r:embed="rId14"/>
            </p:blipFill>
            <p:spPr>
              <a:xfrm>
                <a:off x="823595" y="2705100"/>
                <a:ext cx="2413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63" name="Ink 62"/>
              <p14:cNvContentPartPr/>
              <p14:nvPr/>
            </p14:nvContentPartPr>
            <p14:xfrm>
              <a:off x="2661920" y="3662045"/>
              <a:ext cx="367030" cy="304800"/>
            </p14:xfrm>
          </p:contentPart>
        </mc:Choice>
        <mc:Fallback xmlns="">
          <p:pic>
            <p:nvPicPr>
              <p:cNvPr id="63" name="Ink 62"/>
            </p:nvPicPr>
            <p:blipFill>
              <a:blip r:embed="rId16"/>
            </p:blipFill>
            <p:spPr>
              <a:xfrm>
                <a:off x="2661920" y="3662045"/>
                <a:ext cx="367030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64" name="Ink 63"/>
              <p14:cNvContentPartPr/>
              <p14:nvPr/>
            </p14:nvContentPartPr>
            <p14:xfrm>
              <a:off x="3081020" y="3890645"/>
              <a:ext cx="847725" cy="462280"/>
            </p14:xfrm>
          </p:contentPart>
        </mc:Choice>
        <mc:Fallback xmlns="">
          <p:pic>
            <p:nvPicPr>
              <p:cNvPr id="64" name="Ink 63"/>
            </p:nvPicPr>
            <p:blipFill>
              <a:blip r:embed="rId18"/>
            </p:blipFill>
            <p:spPr>
              <a:xfrm>
                <a:off x="3081020" y="3890645"/>
                <a:ext cx="847725" cy="462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65" name="Ink 64"/>
              <p14:cNvContentPartPr/>
              <p14:nvPr/>
            </p14:nvContentPartPr>
            <p14:xfrm>
              <a:off x="3881120" y="4286250"/>
              <a:ext cx="76200" cy="156845"/>
            </p14:xfrm>
          </p:contentPart>
        </mc:Choice>
        <mc:Fallback xmlns="">
          <p:pic>
            <p:nvPicPr>
              <p:cNvPr id="65" name="Ink 64"/>
            </p:nvPicPr>
            <p:blipFill>
              <a:blip r:embed="rId20"/>
            </p:blipFill>
            <p:spPr>
              <a:xfrm>
                <a:off x="3881120" y="4286250"/>
                <a:ext cx="76200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66" name="Ink 65"/>
              <p14:cNvContentPartPr/>
              <p14:nvPr/>
            </p14:nvContentPartPr>
            <p14:xfrm>
              <a:off x="6529070" y="1781175"/>
              <a:ext cx="360" cy="509270"/>
            </p14:xfrm>
          </p:contentPart>
        </mc:Choice>
        <mc:Fallback xmlns="">
          <p:pic>
            <p:nvPicPr>
              <p:cNvPr id="66" name="Ink 65"/>
            </p:nvPicPr>
            <p:blipFill>
              <a:blip r:embed="rId22"/>
            </p:blipFill>
            <p:spPr>
              <a:xfrm>
                <a:off x="6529070" y="1781175"/>
                <a:ext cx="360" cy="509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67" name="Ink 66"/>
              <p14:cNvContentPartPr/>
              <p14:nvPr/>
            </p14:nvContentPartPr>
            <p14:xfrm>
              <a:off x="6443345" y="2181225"/>
              <a:ext cx="209550" cy="194945"/>
            </p14:xfrm>
          </p:contentPart>
        </mc:Choice>
        <mc:Fallback xmlns="">
          <p:pic>
            <p:nvPicPr>
              <p:cNvPr id="67" name="Ink 66"/>
            </p:nvPicPr>
            <p:blipFill>
              <a:blip r:embed="rId24"/>
            </p:blipFill>
            <p:spPr>
              <a:xfrm>
                <a:off x="6443345" y="2181225"/>
                <a:ext cx="209550" cy="194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68" name="Ink 67"/>
              <p14:cNvContentPartPr/>
              <p14:nvPr/>
            </p14:nvContentPartPr>
            <p14:xfrm>
              <a:off x="3709670" y="3719195"/>
              <a:ext cx="152400" cy="167005"/>
            </p14:xfrm>
          </p:contentPart>
        </mc:Choice>
        <mc:Fallback xmlns="">
          <p:pic>
            <p:nvPicPr>
              <p:cNvPr id="68" name="Ink 67"/>
            </p:nvPicPr>
            <p:blipFill>
              <a:blip r:embed="rId26"/>
            </p:blipFill>
            <p:spPr>
              <a:xfrm>
                <a:off x="3709670" y="3719195"/>
                <a:ext cx="152400" cy="167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69" name="Ink 68"/>
              <p14:cNvContentPartPr/>
              <p14:nvPr/>
            </p14:nvContentPartPr>
            <p14:xfrm>
              <a:off x="2924175" y="2828925"/>
              <a:ext cx="185420" cy="661670"/>
            </p14:xfrm>
          </p:contentPart>
        </mc:Choice>
        <mc:Fallback xmlns="">
          <p:pic>
            <p:nvPicPr>
              <p:cNvPr id="69" name="Ink 68"/>
            </p:nvPicPr>
            <p:blipFill>
              <a:blip r:embed="rId28"/>
            </p:blipFill>
            <p:spPr>
              <a:xfrm>
                <a:off x="2924175" y="2828925"/>
                <a:ext cx="185420" cy="661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70" name="Ink 69"/>
              <p14:cNvContentPartPr/>
              <p14:nvPr/>
            </p14:nvContentPartPr>
            <p14:xfrm>
              <a:off x="2914650" y="3395345"/>
              <a:ext cx="95250" cy="138430"/>
            </p14:xfrm>
          </p:contentPart>
        </mc:Choice>
        <mc:Fallback xmlns="">
          <p:pic>
            <p:nvPicPr>
              <p:cNvPr id="70" name="Ink 69"/>
            </p:nvPicPr>
            <p:blipFill>
              <a:blip r:embed="rId30"/>
            </p:blipFill>
            <p:spPr>
              <a:xfrm>
                <a:off x="2914650" y="3395345"/>
                <a:ext cx="95250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71" name="Ink 70"/>
              <p14:cNvContentPartPr/>
              <p14:nvPr/>
            </p14:nvContentPartPr>
            <p14:xfrm>
              <a:off x="3862070" y="2790825"/>
              <a:ext cx="652780" cy="213995"/>
            </p14:xfrm>
          </p:contentPart>
        </mc:Choice>
        <mc:Fallback xmlns="">
          <p:pic>
            <p:nvPicPr>
              <p:cNvPr id="71" name="Ink 70"/>
            </p:nvPicPr>
            <p:blipFill>
              <a:blip r:embed="rId32"/>
            </p:blipFill>
            <p:spPr>
              <a:xfrm>
                <a:off x="3862070" y="2790825"/>
                <a:ext cx="652780" cy="213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72" name="Ink 71"/>
              <p14:cNvContentPartPr/>
              <p14:nvPr/>
            </p14:nvContentPartPr>
            <p14:xfrm>
              <a:off x="6924675" y="1861820"/>
              <a:ext cx="114300" cy="147955"/>
            </p14:xfrm>
          </p:contentPart>
        </mc:Choice>
        <mc:Fallback xmlns="">
          <p:pic>
            <p:nvPicPr>
              <p:cNvPr id="72" name="Ink 71"/>
            </p:nvPicPr>
            <p:blipFill>
              <a:blip r:embed="rId34"/>
            </p:blipFill>
            <p:spPr>
              <a:xfrm>
                <a:off x="6924675" y="1861820"/>
                <a:ext cx="114300" cy="147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73" name="Ink 72"/>
              <p14:cNvContentPartPr/>
              <p14:nvPr/>
            </p14:nvContentPartPr>
            <p14:xfrm>
              <a:off x="7086600" y="1871345"/>
              <a:ext cx="47625" cy="157480"/>
            </p14:xfrm>
          </p:contentPart>
        </mc:Choice>
        <mc:Fallback xmlns="">
          <p:pic>
            <p:nvPicPr>
              <p:cNvPr id="73" name="Ink 72"/>
            </p:nvPicPr>
            <p:blipFill>
              <a:blip r:embed="rId36"/>
            </p:blipFill>
            <p:spPr>
              <a:xfrm>
                <a:off x="7086600" y="1871345"/>
                <a:ext cx="476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74" name="Ink 73"/>
              <p14:cNvContentPartPr/>
              <p14:nvPr/>
            </p14:nvContentPartPr>
            <p14:xfrm>
              <a:off x="7191375" y="1866900"/>
              <a:ext cx="95250" cy="190500"/>
            </p14:xfrm>
          </p:contentPart>
        </mc:Choice>
        <mc:Fallback xmlns="">
          <p:pic>
            <p:nvPicPr>
              <p:cNvPr id="74" name="Ink 73"/>
            </p:nvPicPr>
            <p:blipFill>
              <a:blip r:embed="rId38"/>
            </p:blipFill>
            <p:spPr>
              <a:xfrm>
                <a:off x="7191375" y="1866900"/>
                <a:ext cx="9525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75" name="Ink 74"/>
              <p14:cNvContentPartPr/>
              <p14:nvPr/>
            </p14:nvContentPartPr>
            <p14:xfrm>
              <a:off x="7205345" y="1943100"/>
              <a:ext cx="90805" cy="47625"/>
            </p14:xfrm>
          </p:contentPart>
        </mc:Choice>
        <mc:Fallback xmlns="">
          <p:pic>
            <p:nvPicPr>
              <p:cNvPr id="75" name="Ink 74"/>
            </p:nvPicPr>
            <p:blipFill>
              <a:blip r:embed="rId40"/>
            </p:blipFill>
            <p:spPr>
              <a:xfrm>
                <a:off x="7205345" y="1943100"/>
                <a:ext cx="90805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76" name="Ink 75"/>
              <p14:cNvContentPartPr/>
              <p14:nvPr/>
            </p14:nvContentPartPr>
            <p14:xfrm>
              <a:off x="7033895" y="2371725"/>
              <a:ext cx="360" cy="257175"/>
            </p14:xfrm>
          </p:contentPart>
        </mc:Choice>
        <mc:Fallback xmlns="">
          <p:pic>
            <p:nvPicPr>
              <p:cNvPr id="76" name="Ink 75"/>
            </p:nvPicPr>
            <p:blipFill>
              <a:blip r:embed="rId42"/>
            </p:blipFill>
            <p:spPr>
              <a:xfrm>
                <a:off x="7033895" y="2371725"/>
                <a:ext cx="36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77" name="Ink 76"/>
              <p14:cNvContentPartPr/>
              <p14:nvPr/>
            </p14:nvContentPartPr>
            <p14:xfrm>
              <a:off x="7010400" y="2385695"/>
              <a:ext cx="128270" cy="90805"/>
            </p14:xfrm>
          </p:contentPart>
        </mc:Choice>
        <mc:Fallback xmlns="">
          <p:pic>
            <p:nvPicPr>
              <p:cNvPr id="77" name="Ink 76"/>
            </p:nvPicPr>
            <p:blipFill>
              <a:blip r:embed="rId44"/>
            </p:blipFill>
            <p:spPr>
              <a:xfrm>
                <a:off x="7010400" y="2385695"/>
                <a:ext cx="128270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78" name="Ink 77"/>
              <p14:cNvContentPartPr/>
              <p14:nvPr/>
            </p14:nvContentPartPr>
            <p14:xfrm>
              <a:off x="7181850" y="2447925"/>
              <a:ext cx="90170" cy="128270"/>
            </p14:xfrm>
          </p:contentPart>
        </mc:Choice>
        <mc:Fallback xmlns="">
          <p:pic>
            <p:nvPicPr>
              <p:cNvPr id="78" name="Ink 77"/>
            </p:nvPicPr>
            <p:blipFill>
              <a:blip r:embed="rId46"/>
            </p:blipFill>
            <p:spPr>
              <a:xfrm>
                <a:off x="7181850" y="2447925"/>
                <a:ext cx="90170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79" name="Ink 78"/>
              <p14:cNvContentPartPr/>
              <p14:nvPr/>
            </p14:nvContentPartPr>
            <p14:xfrm>
              <a:off x="7357745" y="2566670"/>
              <a:ext cx="833755" cy="28575"/>
            </p14:xfrm>
          </p:contentPart>
        </mc:Choice>
        <mc:Fallback xmlns="">
          <p:pic>
            <p:nvPicPr>
              <p:cNvPr id="79" name="Ink 78"/>
            </p:nvPicPr>
            <p:blipFill>
              <a:blip r:embed="rId48"/>
            </p:blipFill>
            <p:spPr>
              <a:xfrm>
                <a:off x="7357745" y="2566670"/>
                <a:ext cx="83375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80" name="Ink 79"/>
              <p14:cNvContentPartPr/>
              <p14:nvPr/>
            </p14:nvContentPartPr>
            <p14:xfrm>
              <a:off x="8110220" y="1090295"/>
              <a:ext cx="62230" cy="433705"/>
            </p14:xfrm>
          </p:contentPart>
        </mc:Choice>
        <mc:Fallback xmlns="">
          <p:pic>
            <p:nvPicPr>
              <p:cNvPr id="80" name="Ink 79"/>
            </p:nvPicPr>
            <p:blipFill>
              <a:blip r:embed="rId50"/>
            </p:blipFill>
            <p:spPr>
              <a:xfrm>
                <a:off x="8110220" y="1090295"/>
                <a:ext cx="62230" cy="433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81" name="Ink 80"/>
              <p14:cNvContentPartPr/>
              <p14:nvPr/>
            </p14:nvContentPartPr>
            <p14:xfrm>
              <a:off x="8129270" y="1476375"/>
              <a:ext cx="90805" cy="66675"/>
            </p14:xfrm>
          </p:contentPart>
        </mc:Choice>
        <mc:Fallback xmlns="">
          <p:pic>
            <p:nvPicPr>
              <p:cNvPr id="81" name="Ink 80"/>
            </p:nvPicPr>
            <p:blipFill>
              <a:blip r:embed="rId52"/>
            </p:blipFill>
            <p:spPr>
              <a:xfrm>
                <a:off x="8129270" y="1476375"/>
                <a:ext cx="9080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82" name="Ink 81"/>
              <p14:cNvContentPartPr/>
              <p14:nvPr/>
            </p14:nvContentPartPr>
            <p14:xfrm>
              <a:off x="8167370" y="2257425"/>
              <a:ext cx="3619500" cy="400050"/>
            </p14:xfrm>
          </p:contentPart>
        </mc:Choice>
        <mc:Fallback xmlns="">
          <p:pic>
            <p:nvPicPr>
              <p:cNvPr id="82" name="Ink 81"/>
            </p:nvPicPr>
            <p:blipFill>
              <a:blip r:embed="rId54"/>
            </p:blipFill>
            <p:spPr>
              <a:xfrm>
                <a:off x="8167370" y="2257425"/>
                <a:ext cx="3619500" cy="40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83" name="Ink 82"/>
              <p14:cNvContentPartPr/>
              <p14:nvPr/>
            </p14:nvContentPartPr>
            <p14:xfrm>
              <a:off x="6943725" y="2867025"/>
              <a:ext cx="200025" cy="171450"/>
            </p14:xfrm>
          </p:contentPart>
        </mc:Choice>
        <mc:Fallback xmlns="">
          <p:pic>
            <p:nvPicPr>
              <p:cNvPr id="83" name="Ink 82"/>
            </p:nvPicPr>
            <p:blipFill>
              <a:blip r:embed="rId56"/>
            </p:blipFill>
            <p:spPr>
              <a:xfrm>
                <a:off x="6943725" y="2867025"/>
                <a:ext cx="20002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84" name="Ink 83"/>
              <p14:cNvContentPartPr/>
              <p14:nvPr/>
            </p14:nvContentPartPr>
            <p14:xfrm>
              <a:off x="7052945" y="2952750"/>
              <a:ext cx="123825" cy="76200"/>
            </p14:xfrm>
          </p:contentPart>
        </mc:Choice>
        <mc:Fallback xmlns="">
          <p:pic>
            <p:nvPicPr>
              <p:cNvPr id="84" name="Ink 83"/>
            </p:nvPicPr>
            <p:blipFill>
              <a:blip r:embed="rId58"/>
            </p:blipFill>
            <p:spPr>
              <a:xfrm>
                <a:off x="7052945" y="2952750"/>
                <a:ext cx="12382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85" name="Ink 84"/>
              <p14:cNvContentPartPr/>
              <p14:nvPr/>
            </p14:nvContentPartPr>
            <p14:xfrm>
              <a:off x="7205345" y="2962275"/>
              <a:ext cx="109855" cy="85725"/>
            </p14:xfrm>
          </p:contentPart>
        </mc:Choice>
        <mc:Fallback xmlns="">
          <p:pic>
            <p:nvPicPr>
              <p:cNvPr id="85" name="Ink 84"/>
            </p:nvPicPr>
            <p:blipFill>
              <a:blip r:embed="rId60"/>
            </p:blipFill>
            <p:spPr>
              <a:xfrm>
                <a:off x="7205345" y="2962275"/>
                <a:ext cx="109855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86" name="Ink 85"/>
              <p14:cNvContentPartPr/>
              <p14:nvPr/>
            </p14:nvContentPartPr>
            <p14:xfrm>
              <a:off x="7362825" y="3000375"/>
              <a:ext cx="842645" cy="13970"/>
            </p14:xfrm>
          </p:contentPart>
        </mc:Choice>
        <mc:Fallback xmlns="">
          <p:pic>
            <p:nvPicPr>
              <p:cNvPr id="86" name="Ink 85"/>
            </p:nvPicPr>
            <p:blipFill>
              <a:blip r:embed="rId62"/>
            </p:blipFill>
            <p:spPr>
              <a:xfrm>
                <a:off x="7362825" y="3000375"/>
                <a:ext cx="84264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87" name="Ink 86"/>
              <p14:cNvContentPartPr/>
              <p14:nvPr/>
            </p14:nvContentPartPr>
            <p14:xfrm>
              <a:off x="8210550" y="2757170"/>
              <a:ext cx="13970" cy="266700"/>
            </p14:xfrm>
          </p:contentPart>
        </mc:Choice>
        <mc:Fallback xmlns="">
          <p:pic>
            <p:nvPicPr>
              <p:cNvPr id="87" name="Ink 86"/>
            </p:nvPicPr>
            <p:blipFill>
              <a:blip r:embed="rId64"/>
            </p:blipFill>
            <p:spPr>
              <a:xfrm>
                <a:off x="8210550" y="2757170"/>
                <a:ext cx="13970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88" name="Ink 87"/>
              <p14:cNvContentPartPr/>
              <p14:nvPr/>
            </p14:nvContentPartPr>
            <p14:xfrm>
              <a:off x="8201025" y="2747645"/>
              <a:ext cx="795020" cy="33655"/>
            </p14:xfrm>
          </p:contentPart>
        </mc:Choice>
        <mc:Fallback xmlns="">
          <p:pic>
            <p:nvPicPr>
              <p:cNvPr id="88" name="Ink 87"/>
            </p:nvPicPr>
            <p:blipFill>
              <a:blip r:embed="rId66"/>
            </p:blipFill>
            <p:spPr>
              <a:xfrm>
                <a:off x="8201025" y="2747645"/>
                <a:ext cx="79502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89" name="Ink 88"/>
              <p14:cNvContentPartPr/>
              <p14:nvPr/>
            </p14:nvContentPartPr>
            <p14:xfrm>
              <a:off x="9001125" y="2747645"/>
              <a:ext cx="13970" cy="300355"/>
            </p14:xfrm>
          </p:contentPart>
        </mc:Choice>
        <mc:Fallback xmlns="">
          <p:pic>
            <p:nvPicPr>
              <p:cNvPr id="89" name="Ink 88"/>
            </p:nvPicPr>
            <p:blipFill>
              <a:blip r:embed="rId68"/>
            </p:blipFill>
            <p:spPr>
              <a:xfrm>
                <a:off x="9001125" y="2747645"/>
                <a:ext cx="13970" cy="300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90" name="Ink 89"/>
              <p14:cNvContentPartPr/>
              <p14:nvPr/>
            </p14:nvContentPartPr>
            <p14:xfrm>
              <a:off x="9005570" y="2771775"/>
              <a:ext cx="2757805" cy="314325"/>
            </p14:xfrm>
          </p:contentPart>
        </mc:Choice>
        <mc:Fallback xmlns="">
          <p:pic>
            <p:nvPicPr>
              <p:cNvPr id="90" name="Ink 89"/>
            </p:nvPicPr>
            <p:blipFill>
              <a:blip r:embed="rId70"/>
            </p:blipFill>
            <p:spPr>
              <a:xfrm>
                <a:off x="9005570" y="2771775"/>
                <a:ext cx="2757805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91" name="Ink 90"/>
              <p14:cNvContentPartPr/>
              <p14:nvPr/>
            </p14:nvContentPartPr>
            <p14:xfrm>
              <a:off x="7510145" y="2828925"/>
              <a:ext cx="109855" cy="123825"/>
            </p14:xfrm>
          </p:contentPart>
        </mc:Choice>
        <mc:Fallback xmlns="">
          <p:pic>
            <p:nvPicPr>
              <p:cNvPr id="91" name="Ink 90"/>
            </p:nvPicPr>
            <p:blipFill>
              <a:blip r:embed="rId72"/>
            </p:blipFill>
            <p:spPr>
              <a:xfrm>
                <a:off x="7510145" y="2828925"/>
                <a:ext cx="109855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92" name="Ink 91"/>
              <p14:cNvContentPartPr/>
              <p14:nvPr/>
            </p14:nvContentPartPr>
            <p14:xfrm>
              <a:off x="7967345" y="2800350"/>
              <a:ext cx="104775" cy="90170"/>
            </p14:xfrm>
          </p:contentPart>
        </mc:Choice>
        <mc:Fallback xmlns="">
          <p:pic>
            <p:nvPicPr>
              <p:cNvPr id="92" name="Ink 91"/>
            </p:nvPicPr>
            <p:blipFill>
              <a:blip r:embed="rId74"/>
            </p:blipFill>
            <p:spPr>
              <a:xfrm>
                <a:off x="7967345" y="2800350"/>
                <a:ext cx="104775" cy="901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93" name="Ink 92"/>
              <p14:cNvContentPartPr/>
              <p14:nvPr/>
            </p14:nvContentPartPr>
            <p14:xfrm>
              <a:off x="8439150" y="2823845"/>
              <a:ext cx="4445" cy="81280"/>
            </p14:xfrm>
          </p:contentPart>
        </mc:Choice>
        <mc:Fallback xmlns="">
          <p:pic>
            <p:nvPicPr>
              <p:cNvPr id="93" name="Ink 92"/>
            </p:nvPicPr>
            <p:blipFill>
              <a:blip r:embed="rId76"/>
            </p:blipFill>
            <p:spPr>
              <a:xfrm>
                <a:off x="8439150" y="2823845"/>
                <a:ext cx="4445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94" name="Ink 93"/>
              <p14:cNvContentPartPr/>
              <p14:nvPr/>
            </p14:nvContentPartPr>
            <p14:xfrm>
              <a:off x="8791575" y="2809875"/>
              <a:ext cx="19050" cy="133350"/>
            </p14:xfrm>
          </p:contentPart>
        </mc:Choice>
        <mc:Fallback xmlns="">
          <p:pic>
            <p:nvPicPr>
              <p:cNvPr id="94" name="Ink 93"/>
            </p:nvPicPr>
            <p:blipFill>
              <a:blip r:embed="rId78"/>
            </p:blipFill>
            <p:spPr>
              <a:xfrm>
                <a:off x="8791575" y="2809875"/>
                <a:ext cx="19050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95" name="Ink 94"/>
              <p14:cNvContentPartPr/>
              <p14:nvPr/>
            </p14:nvContentPartPr>
            <p14:xfrm>
              <a:off x="9205595" y="2823845"/>
              <a:ext cx="114300" cy="100330"/>
            </p14:xfrm>
          </p:contentPart>
        </mc:Choice>
        <mc:Fallback xmlns="">
          <p:pic>
            <p:nvPicPr>
              <p:cNvPr id="95" name="Ink 94"/>
            </p:nvPicPr>
            <p:blipFill>
              <a:blip r:embed="rId80"/>
            </p:blipFill>
            <p:spPr>
              <a:xfrm>
                <a:off x="9205595" y="2823845"/>
                <a:ext cx="114300" cy="100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96" name="Ink 95"/>
              <p14:cNvContentPartPr/>
              <p14:nvPr/>
            </p14:nvContentPartPr>
            <p14:xfrm>
              <a:off x="9548495" y="2790825"/>
              <a:ext cx="128905" cy="133350"/>
            </p14:xfrm>
          </p:contentPart>
        </mc:Choice>
        <mc:Fallback xmlns="">
          <p:pic>
            <p:nvPicPr>
              <p:cNvPr id="96" name="Ink 95"/>
            </p:nvPicPr>
            <p:blipFill>
              <a:blip r:embed="rId82"/>
            </p:blipFill>
            <p:spPr>
              <a:xfrm>
                <a:off x="9548495" y="2790825"/>
                <a:ext cx="128905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97" name="Ink 96"/>
              <p14:cNvContentPartPr/>
              <p14:nvPr/>
            </p14:nvContentPartPr>
            <p14:xfrm>
              <a:off x="10024745" y="2867025"/>
              <a:ext cx="9525" cy="114300"/>
            </p14:xfrm>
          </p:contentPart>
        </mc:Choice>
        <mc:Fallback xmlns="">
          <p:pic>
            <p:nvPicPr>
              <p:cNvPr id="97" name="Ink 96"/>
            </p:nvPicPr>
            <p:blipFill>
              <a:blip r:embed="rId84"/>
            </p:blipFill>
            <p:spPr>
              <a:xfrm>
                <a:off x="10024745" y="2867025"/>
                <a:ext cx="9525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98" name="Ink 97"/>
              <p14:cNvContentPartPr/>
              <p14:nvPr/>
            </p14:nvContentPartPr>
            <p14:xfrm>
              <a:off x="10424795" y="2861945"/>
              <a:ext cx="360" cy="142875"/>
            </p14:xfrm>
          </p:contentPart>
        </mc:Choice>
        <mc:Fallback xmlns="">
          <p:pic>
            <p:nvPicPr>
              <p:cNvPr id="98" name="Ink 97"/>
            </p:nvPicPr>
            <p:blipFill>
              <a:blip r:embed="rId86"/>
            </p:blipFill>
            <p:spPr>
              <a:xfrm>
                <a:off x="10424795" y="2861945"/>
                <a:ext cx="360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99" name="Ink 98"/>
              <p14:cNvContentPartPr/>
              <p14:nvPr/>
            </p14:nvContentPartPr>
            <p14:xfrm>
              <a:off x="10801350" y="2833370"/>
              <a:ext cx="85725" cy="95250"/>
            </p14:xfrm>
          </p:contentPart>
        </mc:Choice>
        <mc:Fallback xmlns="">
          <p:pic>
            <p:nvPicPr>
              <p:cNvPr id="99" name="Ink 98"/>
            </p:nvPicPr>
            <p:blipFill>
              <a:blip r:embed="rId88"/>
            </p:blipFill>
            <p:spPr>
              <a:xfrm>
                <a:off x="10801350" y="2833370"/>
                <a:ext cx="85725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100" name="Ink 99"/>
              <p14:cNvContentPartPr/>
              <p14:nvPr/>
            </p14:nvContentPartPr>
            <p14:xfrm>
              <a:off x="11205845" y="2861945"/>
              <a:ext cx="133350" cy="81280"/>
            </p14:xfrm>
          </p:contentPart>
        </mc:Choice>
        <mc:Fallback xmlns="">
          <p:pic>
            <p:nvPicPr>
              <p:cNvPr id="100" name="Ink 99"/>
            </p:nvPicPr>
            <p:blipFill>
              <a:blip r:embed="rId90"/>
            </p:blipFill>
            <p:spPr>
              <a:xfrm>
                <a:off x="11205845" y="2861945"/>
                <a:ext cx="133350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101" name="Ink 100"/>
              <p14:cNvContentPartPr/>
              <p14:nvPr/>
            </p14:nvContentPartPr>
            <p14:xfrm>
              <a:off x="11668125" y="2890520"/>
              <a:ext cx="4445" cy="157480"/>
            </p14:xfrm>
          </p:contentPart>
        </mc:Choice>
        <mc:Fallback xmlns="">
          <p:pic>
            <p:nvPicPr>
              <p:cNvPr id="101" name="Ink 100"/>
            </p:nvPicPr>
            <p:blipFill>
              <a:blip r:embed="rId92"/>
            </p:blipFill>
            <p:spPr>
              <a:xfrm>
                <a:off x="11668125" y="2890520"/>
                <a:ext cx="444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102" name="Ink 101"/>
              <p14:cNvContentPartPr/>
              <p14:nvPr/>
            </p14:nvContentPartPr>
            <p14:xfrm>
              <a:off x="785495" y="6648450"/>
              <a:ext cx="9525" cy="360"/>
            </p14:xfrm>
          </p:contentPart>
        </mc:Choice>
        <mc:Fallback xmlns="">
          <p:pic>
            <p:nvPicPr>
              <p:cNvPr id="102" name="Ink 101"/>
            </p:nvPicPr>
            <p:blipFill>
              <a:blip r:embed="rId94"/>
            </p:blipFill>
            <p:spPr>
              <a:xfrm>
                <a:off x="785495" y="664845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103" name="Ink 102"/>
              <p14:cNvContentPartPr/>
              <p14:nvPr/>
            </p14:nvContentPartPr>
            <p14:xfrm>
              <a:off x="4133850" y="5800725"/>
              <a:ext cx="9525" cy="360"/>
            </p14:xfrm>
          </p:contentPart>
        </mc:Choice>
        <mc:Fallback xmlns="">
          <p:pic>
            <p:nvPicPr>
              <p:cNvPr id="103" name="Ink 102"/>
            </p:nvPicPr>
            <p:blipFill>
              <a:blip r:embed="rId96"/>
            </p:blipFill>
            <p:spPr>
              <a:xfrm>
                <a:off x="4133850" y="580072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104" name="Ink 103"/>
              <p14:cNvContentPartPr/>
              <p14:nvPr/>
            </p14:nvContentPartPr>
            <p14:xfrm>
              <a:off x="6119495" y="1590675"/>
              <a:ext cx="523875" cy="1371600"/>
            </p14:xfrm>
          </p:contentPart>
        </mc:Choice>
        <mc:Fallback xmlns="">
          <p:pic>
            <p:nvPicPr>
              <p:cNvPr id="104" name="Ink 103"/>
            </p:nvPicPr>
            <p:blipFill>
              <a:blip r:embed="rId98"/>
            </p:blipFill>
            <p:spPr>
              <a:xfrm>
                <a:off x="6119495" y="1590675"/>
                <a:ext cx="523875" cy="1371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105" name="Ink 104"/>
              <p14:cNvContentPartPr/>
              <p14:nvPr/>
            </p14:nvContentPartPr>
            <p14:xfrm>
              <a:off x="2966720" y="2528570"/>
              <a:ext cx="190500" cy="967105"/>
            </p14:xfrm>
          </p:contentPart>
        </mc:Choice>
        <mc:Fallback xmlns="">
          <p:pic>
            <p:nvPicPr>
              <p:cNvPr id="105" name="Ink 104"/>
            </p:nvPicPr>
            <p:blipFill>
              <a:blip r:embed="rId100"/>
            </p:blipFill>
            <p:spPr>
              <a:xfrm>
                <a:off x="2966720" y="2528570"/>
                <a:ext cx="190500" cy="967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106" name="Ink 105"/>
              <p14:cNvContentPartPr/>
              <p14:nvPr/>
            </p14:nvContentPartPr>
            <p14:xfrm>
              <a:off x="2900045" y="3157220"/>
              <a:ext cx="262255" cy="381000"/>
            </p14:xfrm>
          </p:contentPart>
        </mc:Choice>
        <mc:Fallback xmlns="">
          <p:pic>
            <p:nvPicPr>
              <p:cNvPr id="106" name="Ink 105"/>
            </p:nvPicPr>
            <p:blipFill>
              <a:blip r:embed="rId102"/>
            </p:blipFill>
            <p:spPr>
              <a:xfrm>
                <a:off x="2900045" y="3157220"/>
                <a:ext cx="262255" cy="38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107" name="Ink 106"/>
              <p14:cNvContentPartPr/>
              <p14:nvPr/>
            </p14:nvContentPartPr>
            <p14:xfrm>
              <a:off x="7019925" y="3400425"/>
              <a:ext cx="13970" cy="238125"/>
            </p14:xfrm>
          </p:contentPart>
        </mc:Choice>
        <mc:Fallback xmlns="">
          <p:pic>
            <p:nvPicPr>
              <p:cNvPr id="107" name="Ink 106"/>
            </p:nvPicPr>
            <p:blipFill>
              <a:blip r:embed="rId104"/>
            </p:blipFill>
            <p:spPr>
              <a:xfrm>
                <a:off x="7019925" y="3400425"/>
                <a:ext cx="13970" cy="238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108" name="Ink 107"/>
              <p14:cNvContentPartPr/>
              <p14:nvPr/>
            </p14:nvContentPartPr>
            <p14:xfrm>
              <a:off x="7005320" y="3362325"/>
              <a:ext cx="157480" cy="123825"/>
            </p14:xfrm>
          </p:contentPart>
        </mc:Choice>
        <mc:Fallback xmlns="">
          <p:pic>
            <p:nvPicPr>
              <p:cNvPr id="108" name="Ink 107"/>
            </p:nvPicPr>
            <p:blipFill>
              <a:blip r:embed="rId106"/>
            </p:blipFill>
            <p:spPr>
              <a:xfrm>
                <a:off x="7005320" y="3362325"/>
                <a:ext cx="15748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109" name="Ink 108"/>
              <p14:cNvContentPartPr/>
              <p14:nvPr/>
            </p14:nvContentPartPr>
            <p14:xfrm>
              <a:off x="7191375" y="3514725"/>
              <a:ext cx="4445" cy="128270"/>
            </p14:xfrm>
          </p:contentPart>
        </mc:Choice>
        <mc:Fallback xmlns="">
          <p:pic>
            <p:nvPicPr>
              <p:cNvPr id="109" name="Ink 108"/>
            </p:nvPicPr>
            <p:blipFill>
              <a:blip r:embed="rId108"/>
            </p:blipFill>
            <p:spPr>
              <a:xfrm>
                <a:off x="7191375" y="3514725"/>
                <a:ext cx="4445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110" name="Ink 109"/>
              <p14:cNvContentPartPr/>
              <p14:nvPr/>
            </p14:nvContentPartPr>
            <p14:xfrm>
              <a:off x="2971800" y="3924300"/>
              <a:ext cx="571500" cy="1266825"/>
            </p14:xfrm>
          </p:contentPart>
        </mc:Choice>
        <mc:Fallback xmlns="">
          <p:pic>
            <p:nvPicPr>
              <p:cNvPr id="110" name="Ink 109"/>
            </p:nvPicPr>
            <p:blipFill>
              <a:blip r:embed="rId110"/>
            </p:blipFill>
            <p:spPr>
              <a:xfrm>
                <a:off x="2971800" y="3924300"/>
                <a:ext cx="571500" cy="1266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111" name="Ink 110"/>
              <p14:cNvContentPartPr/>
              <p14:nvPr/>
            </p14:nvContentPartPr>
            <p14:xfrm>
              <a:off x="3500120" y="5105400"/>
              <a:ext cx="43180" cy="109220"/>
            </p14:xfrm>
          </p:contentPart>
        </mc:Choice>
        <mc:Fallback xmlns="">
          <p:pic>
            <p:nvPicPr>
              <p:cNvPr id="111" name="Ink 110"/>
            </p:nvPicPr>
            <p:blipFill>
              <a:blip r:embed="rId112"/>
            </p:blipFill>
            <p:spPr>
              <a:xfrm>
                <a:off x="3500120" y="5105400"/>
                <a:ext cx="43180" cy="109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112" name="Ink 111"/>
              <p14:cNvContentPartPr/>
              <p14:nvPr/>
            </p14:nvContentPartPr>
            <p14:xfrm>
              <a:off x="3509645" y="5343525"/>
              <a:ext cx="214630" cy="252095"/>
            </p14:xfrm>
          </p:contentPart>
        </mc:Choice>
        <mc:Fallback xmlns="">
          <p:pic>
            <p:nvPicPr>
              <p:cNvPr id="112" name="Ink 111"/>
            </p:nvPicPr>
            <p:blipFill>
              <a:blip r:embed="rId114"/>
            </p:blipFill>
            <p:spPr>
              <a:xfrm>
                <a:off x="3509645" y="5343525"/>
                <a:ext cx="214630" cy="252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113" name="Ink 112"/>
              <p14:cNvContentPartPr/>
              <p14:nvPr/>
            </p14:nvContentPartPr>
            <p14:xfrm>
              <a:off x="3614420" y="5467350"/>
              <a:ext cx="262255" cy="156845"/>
            </p14:xfrm>
          </p:contentPart>
        </mc:Choice>
        <mc:Fallback xmlns="">
          <p:pic>
            <p:nvPicPr>
              <p:cNvPr id="113" name="Ink 112"/>
            </p:nvPicPr>
            <p:blipFill>
              <a:blip r:embed="rId116"/>
            </p:blipFill>
            <p:spPr>
              <a:xfrm>
                <a:off x="3614420" y="5467350"/>
                <a:ext cx="26225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114" name="Ink 113"/>
              <p14:cNvContentPartPr/>
              <p14:nvPr/>
            </p14:nvContentPartPr>
            <p14:xfrm>
              <a:off x="3852545" y="5490845"/>
              <a:ext cx="123825" cy="104775"/>
            </p14:xfrm>
          </p:contentPart>
        </mc:Choice>
        <mc:Fallback xmlns="">
          <p:pic>
            <p:nvPicPr>
              <p:cNvPr id="114" name="Ink 113"/>
            </p:nvPicPr>
            <p:blipFill>
              <a:blip r:embed="rId118"/>
            </p:blipFill>
            <p:spPr>
              <a:xfrm>
                <a:off x="3852545" y="5490845"/>
                <a:ext cx="12382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115" name="Ink 114"/>
              <p14:cNvContentPartPr/>
              <p14:nvPr/>
            </p14:nvContentPartPr>
            <p14:xfrm>
              <a:off x="7362825" y="3233420"/>
              <a:ext cx="1680845" cy="361950"/>
            </p14:xfrm>
          </p:contentPart>
        </mc:Choice>
        <mc:Fallback xmlns="">
          <p:pic>
            <p:nvPicPr>
              <p:cNvPr id="115" name="Ink 114"/>
            </p:nvPicPr>
            <p:blipFill>
              <a:blip r:embed="rId120"/>
            </p:blipFill>
            <p:spPr>
              <a:xfrm>
                <a:off x="7362825" y="3233420"/>
                <a:ext cx="1680845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1" p14:bwMode="auto">
            <p14:nvContentPartPr>
              <p14:cNvPr id="116" name="Ink 115"/>
              <p14:cNvContentPartPr/>
              <p14:nvPr/>
            </p14:nvContentPartPr>
            <p14:xfrm>
              <a:off x="9020175" y="3286125"/>
              <a:ext cx="2728595" cy="347345"/>
            </p14:xfrm>
          </p:contentPart>
        </mc:Choice>
        <mc:Fallback xmlns="">
          <p:pic>
            <p:nvPicPr>
              <p:cNvPr id="116" name="Ink 115"/>
            </p:nvPicPr>
            <p:blipFill>
              <a:blip r:embed="rId122"/>
            </p:blipFill>
            <p:spPr>
              <a:xfrm>
                <a:off x="9020175" y="3286125"/>
                <a:ext cx="2728595" cy="3473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3" p14:bwMode="auto">
            <p14:nvContentPartPr>
              <p14:cNvPr id="117" name="Ink 116"/>
              <p14:cNvContentPartPr/>
              <p14:nvPr/>
            </p14:nvContentPartPr>
            <p14:xfrm>
              <a:off x="6957695" y="3971925"/>
              <a:ext cx="224155" cy="276225"/>
            </p14:xfrm>
          </p:contentPart>
        </mc:Choice>
        <mc:Fallback xmlns="">
          <p:pic>
            <p:nvPicPr>
              <p:cNvPr id="117" name="Ink 116"/>
            </p:nvPicPr>
            <p:blipFill>
              <a:blip r:embed="rId124"/>
            </p:blipFill>
            <p:spPr>
              <a:xfrm>
                <a:off x="6957695" y="3971925"/>
                <a:ext cx="224155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5" p14:bwMode="auto">
            <p14:nvContentPartPr>
              <p14:cNvPr id="118" name="Ink 117"/>
              <p14:cNvContentPartPr/>
              <p14:nvPr/>
            </p14:nvContentPartPr>
            <p14:xfrm>
              <a:off x="7052945" y="4143375"/>
              <a:ext cx="138430" cy="76200"/>
            </p14:xfrm>
          </p:contentPart>
        </mc:Choice>
        <mc:Fallback xmlns="">
          <p:pic>
            <p:nvPicPr>
              <p:cNvPr id="118" name="Ink 117"/>
            </p:nvPicPr>
            <p:blipFill>
              <a:blip r:embed="rId126"/>
            </p:blipFill>
            <p:spPr>
              <a:xfrm>
                <a:off x="7052945" y="4143375"/>
                <a:ext cx="138430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7" p14:bwMode="auto">
            <p14:nvContentPartPr>
              <p14:cNvPr id="119" name="Ink 118"/>
              <p14:cNvContentPartPr/>
              <p14:nvPr/>
            </p14:nvContentPartPr>
            <p14:xfrm>
              <a:off x="7233920" y="4095750"/>
              <a:ext cx="5080" cy="156845"/>
            </p14:xfrm>
          </p:contentPart>
        </mc:Choice>
        <mc:Fallback xmlns="">
          <p:pic>
            <p:nvPicPr>
              <p:cNvPr id="119" name="Ink 118"/>
            </p:nvPicPr>
            <p:blipFill>
              <a:blip r:embed="rId128"/>
            </p:blipFill>
            <p:spPr>
              <a:xfrm>
                <a:off x="7233920" y="4095750"/>
                <a:ext cx="5080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9" p14:bwMode="auto">
            <p14:nvContentPartPr>
              <p14:cNvPr id="120" name="Ink 119"/>
              <p14:cNvContentPartPr/>
              <p14:nvPr/>
            </p14:nvContentPartPr>
            <p14:xfrm>
              <a:off x="7362825" y="3852545"/>
              <a:ext cx="4433570" cy="395605"/>
            </p14:xfrm>
          </p:contentPart>
        </mc:Choice>
        <mc:Fallback xmlns="">
          <p:pic>
            <p:nvPicPr>
              <p:cNvPr id="120" name="Ink 119"/>
            </p:nvPicPr>
            <p:blipFill>
              <a:blip r:embed="rId130"/>
            </p:blipFill>
            <p:spPr>
              <a:xfrm>
                <a:off x="7362825" y="3852545"/>
                <a:ext cx="4433570" cy="395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1" p14:bwMode="auto">
            <p14:nvContentPartPr>
              <p14:cNvPr id="121" name="Ink 120"/>
              <p14:cNvContentPartPr/>
              <p14:nvPr/>
            </p14:nvContentPartPr>
            <p14:xfrm>
              <a:off x="7481570" y="3971925"/>
              <a:ext cx="123825" cy="180975"/>
            </p14:xfrm>
          </p:contentPart>
        </mc:Choice>
        <mc:Fallback xmlns="">
          <p:pic>
            <p:nvPicPr>
              <p:cNvPr id="121" name="Ink 120"/>
            </p:nvPicPr>
            <p:blipFill>
              <a:blip r:embed="rId132"/>
            </p:blipFill>
            <p:spPr>
              <a:xfrm>
                <a:off x="7481570" y="3971925"/>
                <a:ext cx="12382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3" p14:bwMode="auto">
            <p14:nvContentPartPr>
              <p14:cNvPr id="122" name="Ink 121"/>
              <p14:cNvContentPartPr/>
              <p14:nvPr/>
            </p14:nvContentPartPr>
            <p14:xfrm>
              <a:off x="7934325" y="3966845"/>
              <a:ext cx="161925" cy="205105"/>
            </p14:xfrm>
          </p:contentPart>
        </mc:Choice>
        <mc:Fallback xmlns="">
          <p:pic>
            <p:nvPicPr>
              <p:cNvPr id="122" name="Ink 121"/>
            </p:nvPicPr>
            <p:blipFill>
              <a:blip r:embed="rId134"/>
            </p:blipFill>
            <p:spPr>
              <a:xfrm>
                <a:off x="7934325" y="3966845"/>
                <a:ext cx="161925" cy="205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5" p14:bwMode="auto">
            <p14:nvContentPartPr>
              <p14:cNvPr id="123" name="Ink 122"/>
              <p14:cNvContentPartPr/>
              <p14:nvPr/>
            </p14:nvContentPartPr>
            <p14:xfrm>
              <a:off x="8376920" y="3966845"/>
              <a:ext cx="123825" cy="152400"/>
            </p14:xfrm>
          </p:contentPart>
        </mc:Choice>
        <mc:Fallback xmlns="">
          <p:pic>
            <p:nvPicPr>
              <p:cNvPr id="123" name="Ink 122"/>
            </p:nvPicPr>
            <p:blipFill>
              <a:blip r:embed="rId136"/>
            </p:blipFill>
            <p:spPr>
              <a:xfrm>
                <a:off x="8376920" y="3966845"/>
                <a:ext cx="123825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7" p14:bwMode="auto">
            <p14:nvContentPartPr>
              <p14:cNvPr id="124" name="Ink 123"/>
              <p14:cNvContentPartPr/>
              <p14:nvPr/>
            </p14:nvContentPartPr>
            <p14:xfrm>
              <a:off x="8782050" y="3990975"/>
              <a:ext cx="114300" cy="175895"/>
            </p14:xfrm>
          </p:contentPart>
        </mc:Choice>
        <mc:Fallback xmlns="">
          <p:pic>
            <p:nvPicPr>
              <p:cNvPr id="124" name="Ink 123"/>
            </p:nvPicPr>
            <p:blipFill>
              <a:blip r:embed="rId138"/>
            </p:blipFill>
            <p:spPr>
              <a:xfrm>
                <a:off x="8782050" y="3990975"/>
                <a:ext cx="114300" cy="1758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9" p14:bwMode="auto">
            <p14:nvContentPartPr>
              <p14:cNvPr id="125" name="Ink 124"/>
              <p14:cNvContentPartPr/>
              <p14:nvPr/>
            </p14:nvContentPartPr>
            <p14:xfrm>
              <a:off x="9272270" y="3962400"/>
              <a:ext cx="9525" cy="171450"/>
            </p14:xfrm>
          </p:contentPart>
        </mc:Choice>
        <mc:Fallback xmlns="">
          <p:pic>
            <p:nvPicPr>
              <p:cNvPr id="125" name="Ink 124"/>
            </p:nvPicPr>
            <p:blipFill>
              <a:blip r:embed="rId140"/>
            </p:blipFill>
            <p:spPr>
              <a:xfrm>
                <a:off x="9272270" y="3962400"/>
                <a:ext cx="952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1" p14:bwMode="auto">
            <p14:nvContentPartPr>
              <p14:cNvPr id="126" name="Ink 125"/>
              <p14:cNvContentPartPr/>
              <p14:nvPr/>
            </p14:nvContentPartPr>
            <p14:xfrm>
              <a:off x="9610725" y="3957320"/>
              <a:ext cx="19050" cy="171450"/>
            </p14:xfrm>
          </p:contentPart>
        </mc:Choice>
        <mc:Fallback xmlns="">
          <p:pic>
            <p:nvPicPr>
              <p:cNvPr id="126" name="Ink 125"/>
            </p:nvPicPr>
            <p:blipFill>
              <a:blip r:embed="rId142"/>
            </p:blipFill>
            <p:spPr>
              <a:xfrm>
                <a:off x="9610725" y="3957320"/>
                <a:ext cx="1905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3" p14:bwMode="auto">
            <p14:nvContentPartPr>
              <p14:cNvPr id="127" name="Ink 126"/>
              <p14:cNvContentPartPr/>
              <p14:nvPr/>
            </p14:nvContentPartPr>
            <p14:xfrm>
              <a:off x="10010775" y="4000500"/>
              <a:ext cx="28575" cy="200025"/>
            </p14:xfrm>
          </p:contentPart>
        </mc:Choice>
        <mc:Fallback xmlns="">
          <p:pic>
            <p:nvPicPr>
              <p:cNvPr id="127" name="Ink 126"/>
            </p:nvPicPr>
            <p:blipFill>
              <a:blip r:embed="rId144"/>
            </p:blipFill>
            <p:spPr>
              <a:xfrm>
                <a:off x="10010775" y="4000500"/>
                <a:ext cx="28575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5" p14:bwMode="auto">
            <p14:nvContentPartPr>
              <p14:cNvPr id="128" name="Ink 127"/>
              <p14:cNvContentPartPr/>
              <p14:nvPr/>
            </p14:nvContentPartPr>
            <p14:xfrm>
              <a:off x="10443845" y="3971925"/>
              <a:ext cx="33655" cy="166370"/>
            </p14:xfrm>
          </p:contentPart>
        </mc:Choice>
        <mc:Fallback xmlns="">
          <p:pic>
            <p:nvPicPr>
              <p:cNvPr id="128" name="Ink 127"/>
            </p:nvPicPr>
            <p:blipFill>
              <a:blip r:embed="rId146"/>
            </p:blipFill>
            <p:spPr>
              <a:xfrm>
                <a:off x="10443845" y="3971925"/>
                <a:ext cx="33655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7" p14:bwMode="auto">
            <p14:nvContentPartPr>
              <p14:cNvPr id="129" name="Ink 128"/>
              <p14:cNvContentPartPr/>
              <p14:nvPr/>
            </p14:nvContentPartPr>
            <p14:xfrm>
              <a:off x="10758170" y="3976370"/>
              <a:ext cx="152400" cy="152400"/>
            </p14:xfrm>
          </p:contentPart>
        </mc:Choice>
        <mc:Fallback xmlns="">
          <p:pic>
            <p:nvPicPr>
              <p:cNvPr id="129" name="Ink 128"/>
            </p:nvPicPr>
            <p:blipFill>
              <a:blip r:embed="rId148"/>
            </p:blipFill>
            <p:spPr>
              <a:xfrm>
                <a:off x="10758170" y="3976370"/>
                <a:ext cx="15240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9" p14:bwMode="auto">
            <p14:nvContentPartPr>
              <p14:cNvPr id="130" name="Ink 129"/>
              <p14:cNvContentPartPr/>
              <p14:nvPr/>
            </p14:nvContentPartPr>
            <p14:xfrm>
              <a:off x="11243945" y="3943350"/>
              <a:ext cx="147955" cy="147320"/>
            </p14:xfrm>
          </p:contentPart>
        </mc:Choice>
        <mc:Fallback xmlns="">
          <p:pic>
            <p:nvPicPr>
              <p:cNvPr id="130" name="Ink 129"/>
            </p:nvPicPr>
            <p:blipFill>
              <a:blip r:embed="rId150"/>
            </p:blipFill>
            <p:spPr>
              <a:xfrm>
                <a:off x="11243945" y="3943350"/>
                <a:ext cx="147955" cy="147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1" p14:bwMode="auto">
            <p14:nvContentPartPr>
              <p14:cNvPr id="131" name="Ink 130"/>
              <p14:cNvContentPartPr/>
              <p14:nvPr/>
            </p14:nvContentPartPr>
            <p14:xfrm>
              <a:off x="11653520" y="3919220"/>
              <a:ext cx="128905" cy="119380"/>
            </p14:xfrm>
          </p:contentPart>
        </mc:Choice>
        <mc:Fallback xmlns="">
          <p:pic>
            <p:nvPicPr>
              <p:cNvPr id="131" name="Ink 130"/>
            </p:nvPicPr>
            <p:blipFill>
              <a:blip r:embed="rId152"/>
            </p:blipFill>
            <p:spPr>
              <a:xfrm>
                <a:off x="11653520" y="3919220"/>
                <a:ext cx="128905" cy="1193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557" y="771143"/>
            <a:ext cx="8678486" cy="5468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>
            <a:lum contrast="60000"/>
          </a:blip>
          <a:stretch>
            <a:fillRect/>
          </a:stretch>
        </p:blipFill>
        <p:spPr>
          <a:xfrm>
            <a:off x="78105" y="748030"/>
            <a:ext cx="12078970" cy="55645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Ink 2"/>
              <p14:cNvContentPartPr/>
              <p14:nvPr/>
            </p14:nvContentPartPr>
            <p14:xfrm>
              <a:off x="3966845" y="6315075"/>
              <a:ext cx="147955" cy="238125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3966845" y="6315075"/>
                <a:ext cx="147955" cy="238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Ink 5"/>
              <p14:cNvContentPartPr/>
              <p14:nvPr/>
            </p14:nvContentPartPr>
            <p14:xfrm>
              <a:off x="6581775" y="6305550"/>
              <a:ext cx="209550" cy="333375"/>
            </p14:xfrm>
          </p:contentPart>
        </mc:Choice>
        <mc:Fallback xmlns="">
          <p:pic>
            <p:nvPicPr>
              <p:cNvPr id="6" name="Ink 5"/>
            </p:nvPicPr>
            <p:blipFill>
              <a:blip r:embed="rId5"/>
            </p:blipFill>
            <p:spPr>
              <a:xfrm>
                <a:off x="6581775" y="6305550"/>
                <a:ext cx="209550" cy="333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Ink 6"/>
              <p14:cNvContentPartPr/>
              <p14:nvPr/>
            </p14:nvContentPartPr>
            <p14:xfrm>
              <a:off x="8996045" y="6381750"/>
              <a:ext cx="323850" cy="185420"/>
            </p14:xfrm>
          </p:contentPart>
        </mc:Choice>
        <mc:Fallback xmlns="">
          <p:pic>
            <p:nvPicPr>
              <p:cNvPr id="7" name="Ink 6"/>
            </p:nvPicPr>
            <p:blipFill>
              <a:blip r:embed="rId7"/>
            </p:blipFill>
            <p:spPr>
              <a:xfrm>
                <a:off x="8996045" y="6381750"/>
                <a:ext cx="32385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Ink 7"/>
              <p14:cNvContentPartPr/>
              <p14:nvPr/>
            </p14:nvContentPartPr>
            <p14:xfrm>
              <a:off x="11306175" y="6181725"/>
              <a:ext cx="381000" cy="233045"/>
            </p14:xfrm>
          </p:contentPart>
        </mc:Choice>
        <mc:Fallback xmlns="">
          <p:pic>
            <p:nvPicPr>
              <p:cNvPr id="8" name="Ink 7"/>
            </p:nvPicPr>
            <p:blipFill>
              <a:blip r:embed="rId9"/>
            </p:blipFill>
            <p:spPr>
              <a:xfrm>
                <a:off x="11306175" y="6181725"/>
                <a:ext cx="381000" cy="233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Ink 8"/>
              <p14:cNvContentPartPr/>
              <p14:nvPr/>
            </p14:nvContentPartPr>
            <p14:xfrm>
              <a:off x="604520" y="5457825"/>
              <a:ext cx="376555" cy="360"/>
            </p14:xfrm>
          </p:contentPart>
        </mc:Choice>
        <mc:Fallback xmlns="">
          <p:pic>
            <p:nvPicPr>
              <p:cNvPr id="9" name="Ink 8"/>
            </p:nvPicPr>
            <p:blipFill>
              <a:blip r:embed="rId11"/>
            </p:blipFill>
            <p:spPr>
              <a:xfrm>
                <a:off x="604520" y="5457825"/>
                <a:ext cx="3765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Ink 9"/>
              <p14:cNvContentPartPr/>
              <p14:nvPr/>
            </p14:nvContentPartPr>
            <p14:xfrm>
              <a:off x="937895" y="5457825"/>
              <a:ext cx="409575" cy="452120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3"/>
            </p:blipFill>
            <p:spPr>
              <a:xfrm>
                <a:off x="937895" y="5457825"/>
                <a:ext cx="409575" cy="452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Ink 10"/>
              <p14:cNvContentPartPr/>
              <p14:nvPr/>
            </p14:nvContentPartPr>
            <p14:xfrm>
              <a:off x="2614295" y="3952875"/>
              <a:ext cx="119380" cy="352425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5"/>
            </p:blipFill>
            <p:spPr>
              <a:xfrm>
                <a:off x="2614295" y="3952875"/>
                <a:ext cx="119380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Ink 11"/>
              <p14:cNvContentPartPr/>
              <p14:nvPr/>
            </p14:nvContentPartPr>
            <p14:xfrm>
              <a:off x="5095875" y="4033520"/>
              <a:ext cx="61595" cy="295275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17"/>
            </p:blipFill>
            <p:spPr>
              <a:xfrm>
                <a:off x="5095875" y="4033520"/>
                <a:ext cx="61595" cy="295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Ink 12"/>
              <p14:cNvContentPartPr/>
              <p14:nvPr/>
            </p14:nvContentPartPr>
            <p14:xfrm>
              <a:off x="7477125" y="4004945"/>
              <a:ext cx="57150" cy="252730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19"/>
            </p:blipFill>
            <p:spPr>
              <a:xfrm>
                <a:off x="7477125" y="4004945"/>
                <a:ext cx="57150" cy="252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Ink 13"/>
              <p14:cNvContentPartPr/>
              <p14:nvPr/>
            </p14:nvContentPartPr>
            <p14:xfrm>
              <a:off x="10272395" y="4081145"/>
              <a:ext cx="90805" cy="38100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21"/>
            </p:blipFill>
            <p:spPr>
              <a:xfrm>
                <a:off x="10272395" y="4081145"/>
                <a:ext cx="90805" cy="38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Ink 14"/>
              <p14:cNvContentPartPr/>
              <p14:nvPr/>
            </p14:nvContentPartPr>
            <p14:xfrm>
              <a:off x="4124325" y="2295525"/>
              <a:ext cx="9525" cy="233045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23"/>
            </p:blipFill>
            <p:spPr>
              <a:xfrm>
                <a:off x="4124325" y="2295525"/>
                <a:ext cx="9525" cy="233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Ink 15"/>
              <p14:cNvContentPartPr/>
              <p14:nvPr/>
            </p14:nvContentPartPr>
            <p14:xfrm>
              <a:off x="3848100" y="6271895"/>
              <a:ext cx="390525" cy="257175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25"/>
            </p:blipFill>
            <p:spPr>
              <a:xfrm>
                <a:off x="3848100" y="6271895"/>
                <a:ext cx="39052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Ink 16"/>
              <p14:cNvContentPartPr/>
              <p14:nvPr/>
            </p14:nvContentPartPr>
            <p14:xfrm>
              <a:off x="4443095" y="6290945"/>
              <a:ext cx="19050" cy="23368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27"/>
            </p:blipFill>
            <p:spPr>
              <a:xfrm>
                <a:off x="4443095" y="6290945"/>
                <a:ext cx="19050" cy="233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Ink 17"/>
              <p14:cNvContentPartPr/>
              <p14:nvPr/>
            </p14:nvContentPartPr>
            <p14:xfrm>
              <a:off x="3871595" y="2114550"/>
              <a:ext cx="548005" cy="504825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29"/>
            </p:blipFill>
            <p:spPr>
              <a:xfrm>
                <a:off x="3871595" y="2114550"/>
                <a:ext cx="548005" cy="504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Ink 18"/>
              <p14:cNvContentPartPr/>
              <p14:nvPr/>
            </p14:nvContentPartPr>
            <p14:xfrm>
              <a:off x="4686300" y="2690495"/>
              <a:ext cx="371475" cy="360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31"/>
            </p:blipFill>
            <p:spPr>
              <a:xfrm>
                <a:off x="4686300" y="2690495"/>
                <a:ext cx="3714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Ink 19"/>
              <p14:cNvContentPartPr/>
              <p14:nvPr/>
            </p14:nvContentPartPr>
            <p14:xfrm>
              <a:off x="4676775" y="2705100"/>
              <a:ext cx="438150" cy="433070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33"/>
            </p:blipFill>
            <p:spPr>
              <a:xfrm>
                <a:off x="4676775" y="2705100"/>
                <a:ext cx="438150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Ink 20"/>
              <p14:cNvContentPartPr/>
              <p14:nvPr/>
            </p14:nvContentPartPr>
            <p14:xfrm>
              <a:off x="4557395" y="2395220"/>
              <a:ext cx="647700" cy="904875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35"/>
            </p:blipFill>
            <p:spPr>
              <a:xfrm>
                <a:off x="4557395" y="2395220"/>
                <a:ext cx="647700" cy="904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2" name="Ink 21"/>
              <p14:cNvContentPartPr/>
              <p14:nvPr/>
            </p14:nvContentPartPr>
            <p14:xfrm>
              <a:off x="3771900" y="2333625"/>
              <a:ext cx="614045" cy="347345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37"/>
            </p:blipFill>
            <p:spPr>
              <a:xfrm>
                <a:off x="3771900" y="2333625"/>
                <a:ext cx="614045" cy="3473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3" name="Ink 22"/>
              <p14:cNvContentPartPr/>
              <p14:nvPr/>
            </p14:nvContentPartPr>
            <p14:xfrm>
              <a:off x="3895725" y="1671320"/>
              <a:ext cx="233045" cy="276225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39"/>
            </p:blipFill>
            <p:spPr>
              <a:xfrm>
                <a:off x="3895725" y="1671320"/>
                <a:ext cx="233045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4" name="Ink 23"/>
              <p14:cNvContentPartPr/>
              <p14:nvPr/>
            </p14:nvContentPartPr>
            <p14:xfrm>
              <a:off x="6505575" y="6281420"/>
              <a:ext cx="333375" cy="400050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41"/>
            </p:blipFill>
            <p:spPr>
              <a:xfrm>
                <a:off x="6505575" y="6281420"/>
                <a:ext cx="333375" cy="400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5" name="Ink 24"/>
              <p14:cNvContentPartPr/>
              <p14:nvPr/>
            </p14:nvContentPartPr>
            <p14:xfrm>
              <a:off x="6134100" y="6219825"/>
              <a:ext cx="4445" cy="280670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43"/>
            </p:blipFill>
            <p:spPr>
              <a:xfrm>
                <a:off x="6134100" y="6219825"/>
                <a:ext cx="4445" cy="280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6" name="Ink 25"/>
              <p14:cNvContentPartPr/>
              <p14:nvPr/>
            </p14:nvContentPartPr>
            <p14:xfrm>
              <a:off x="4300220" y="6243320"/>
              <a:ext cx="424180" cy="257175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45"/>
            </p:blipFill>
            <p:spPr>
              <a:xfrm>
                <a:off x="4300220" y="6243320"/>
                <a:ext cx="42418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7" name="Ink 26"/>
              <p14:cNvContentPartPr/>
              <p14:nvPr/>
            </p14:nvContentPartPr>
            <p14:xfrm>
              <a:off x="4371975" y="6633845"/>
              <a:ext cx="371475" cy="157480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47"/>
            </p:blipFill>
            <p:spPr>
              <a:xfrm>
                <a:off x="4371975" y="6633845"/>
                <a:ext cx="371475" cy="1574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39700" y="158115"/>
            <a:ext cx="11103610" cy="632079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Presentation</Application>
  <PresentationFormat>Widescreen</PresentationFormat>
  <Paragraphs>10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Paint.Picture</vt:lpstr>
      <vt:lpstr>JK Flip Flop dan Pengantar Counter</vt:lpstr>
      <vt:lpstr>Gated SR Flip Flop</vt:lpstr>
      <vt:lpstr>JK Flip Flop</vt:lpstr>
      <vt:lpstr>Counter</vt:lpstr>
      <vt:lpstr>2 bit Counter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JK Flip Flop dan Pengantar Counter</dc:title>
  <dc:creator/>
  <cp:lastModifiedBy>MyBook SAGA 4</cp:lastModifiedBy>
  <cp:revision>5</cp:revision>
  <dcterms:created xsi:type="dcterms:W3CDTF">2023-05-25T03:34:00Z</dcterms:created>
  <dcterms:modified xsi:type="dcterms:W3CDTF">2024-05-03T06:52:37Z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C9BE1A5DFEC24BEEAAC0A9C75D299ABC</vt:lpwstr>
  </property>
  <property fmtid="{D5CDD505-2E9C-101B-9397-08002B2CF9AE}" pid="3" name="KSOProductBuildVer">
    <vt:lpwstr>1033-12.2.0.16731</vt:lpwstr>
  </property>
</Properties>
</file>